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8E857-EF6C-4ADB-AD90-B2802D8203CC}" v="400" dt="2026-02-21T05:43:40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koundal" userId="74893855e0be4fbf" providerId="LiveId" clId="{7F8A0276-3AF3-4FFC-926F-EFEA70CEAF2B}"/>
    <pc:docChg chg="custSel addSld delSld modSld sldOrd">
      <pc:chgData name="Ankita koundal" userId="74893855e0be4fbf" providerId="LiveId" clId="{7F8A0276-3AF3-4FFC-926F-EFEA70CEAF2B}" dt="2026-02-21T06:50:50.055" v="5551" actId="14100"/>
      <pc:docMkLst>
        <pc:docMk/>
      </pc:docMkLst>
      <pc:sldChg chg="modSp mod modTransition modAnim">
        <pc:chgData name="Ankita koundal" userId="74893855e0be4fbf" providerId="LiveId" clId="{7F8A0276-3AF3-4FFC-926F-EFEA70CEAF2B}" dt="2026-02-21T05:12:49.519" v="4802" actId="20577"/>
        <pc:sldMkLst>
          <pc:docMk/>
          <pc:sldMk cId="718112027" sldId="256"/>
        </pc:sldMkLst>
        <pc:spChg chg="mod">
          <ac:chgData name="Ankita koundal" userId="74893855e0be4fbf" providerId="LiveId" clId="{7F8A0276-3AF3-4FFC-926F-EFEA70CEAF2B}" dt="2026-02-21T05:12:49.519" v="4802" actId="20577"/>
          <ac:spMkLst>
            <pc:docMk/>
            <pc:sldMk cId="718112027" sldId="256"/>
            <ac:spMk id="2" creationId="{041D36EA-4E43-EAA6-8113-715DD65CA215}"/>
          </ac:spMkLst>
        </pc:spChg>
        <pc:spChg chg="mod">
          <ac:chgData name="Ankita koundal" userId="74893855e0be4fbf" providerId="LiveId" clId="{7F8A0276-3AF3-4FFC-926F-EFEA70CEAF2B}" dt="2026-02-21T03:57:36.774" v="4058" actId="207"/>
          <ac:spMkLst>
            <pc:docMk/>
            <pc:sldMk cId="718112027" sldId="256"/>
            <ac:spMk id="3" creationId="{6D1E08BC-51D0-90DB-8436-05985DC80DFC}"/>
          </ac:spMkLst>
        </pc:spChg>
        <pc:picChg chg="mod">
          <ac:chgData name="Ankita koundal" userId="74893855e0be4fbf" providerId="LiveId" clId="{7F8A0276-3AF3-4FFC-926F-EFEA70CEAF2B}" dt="2026-02-20T07:15:26.130" v="142" actId="14100"/>
          <ac:picMkLst>
            <pc:docMk/>
            <pc:sldMk cId="718112027" sldId="256"/>
            <ac:picMk id="5" creationId="{88802E2F-AA5B-36C8-6BE9-B402C655A034}"/>
          </ac:picMkLst>
        </pc:picChg>
      </pc:sldChg>
      <pc:sldChg chg="modSp mod">
        <pc:chgData name="Ankita koundal" userId="74893855e0be4fbf" providerId="LiveId" clId="{7F8A0276-3AF3-4FFC-926F-EFEA70CEAF2B}" dt="2026-02-21T05:12:15.975" v="4777" actId="20577"/>
        <pc:sldMkLst>
          <pc:docMk/>
          <pc:sldMk cId="3206944719" sldId="257"/>
        </pc:sldMkLst>
        <pc:spChg chg="mod">
          <ac:chgData name="Ankita koundal" userId="74893855e0be4fbf" providerId="LiveId" clId="{7F8A0276-3AF3-4FFC-926F-EFEA70CEAF2B}" dt="2026-02-21T05:12:15.975" v="4777" actId="20577"/>
          <ac:spMkLst>
            <pc:docMk/>
            <pc:sldMk cId="3206944719" sldId="257"/>
            <ac:spMk id="6" creationId="{2615E346-3B9D-2F1E-5574-E2965281863F}"/>
          </ac:spMkLst>
        </pc:spChg>
        <pc:spChg chg="mod">
          <ac:chgData name="Ankita koundal" userId="74893855e0be4fbf" providerId="LiveId" clId="{7F8A0276-3AF3-4FFC-926F-EFEA70CEAF2B}" dt="2026-02-20T14:06:33.975" v="1041" actId="13926"/>
          <ac:spMkLst>
            <pc:docMk/>
            <pc:sldMk cId="3206944719" sldId="257"/>
            <ac:spMk id="11" creationId="{214CF88C-76F7-F78D-8332-2D3B4CDF565F}"/>
          </ac:spMkLst>
        </pc:spChg>
      </pc:sldChg>
      <pc:sldChg chg="modSp mod">
        <pc:chgData name="Ankita koundal" userId="74893855e0be4fbf" providerId="LiveId" clId="{7F8A0276-3AF3-4FFC-926F-EFEA70CEAF2B}" dt="2026-02-20T14:44:06.319" v="1702" actId="27636"/>
        <pc:sldMkLst>
          <pc:docMk/>
          <pc:sldMk cId="2698651635" sldId="258"/>
        </pc:sldMkLst>
        <pc:spChg chg="mod">
          <ac:chgData name="Ankita koundal" userId="74893855e0be4fbf" providerId="LiveId" clId="{7F8A0276-3AF3-4FFC-926F-EFEA70CEAF2B}" dt="2026-02-20T14:05:02.294" v="1034" actId="13926"/>
          <ac:spMkLst>
            <pc:docMk/>
            <pc:sldMk cId="2698651635" sldId="258"/>
            <ac:spMk id="2" creationId="{76F5EFBD-24AD-380C-BAA0-A1FD7F5DB91C}"/>
          </ac:spMkLst>
        </pc:spChg>
        <pc:spChg chg="mod">
          <ac:chgData name="Ankita koundal" userId="74893855e0be4fbf" providerId="LiveId" clId="{7F8A0276-3AF3-4FFC-926F-EFEA70CEAF2B}" dt="2026-02-20T14:44:06.319" v="1702" actId="27636"/>
          <ac:spMkLst>
            <pc:docMk/>
            <pc:sldMk cId="2698651635" sldId="258"/>
            <ac:spMk id="3" creationId="{7E49753A-7441-C2AA-36F5-1C30EBA36A00}"/>
          </ac:spMkLst>
        </pc:spChg>
      </pc:sldChg>
      <pc:sldChg chg="modSp mod">
        <pc:chgData name="Ankita koundal" userId="74893855e0be4fbf" providerId="LiveId" clId="{7F8A0276-3AF3-4FFC-926F-EFEA70CEAF2B}" dt="2026-02-20T14:07:24.960" v="1043" actId="13926"/>
        <pc:sldMkLst>
          <pc:docMk/>
          <pc:sldMk cId="666794462" sldId="259"/>
        </pc:sldMkLst>
        <pc:spChg chg="mod">
          <ac:chgData name="Ankita koundal" userId="74893855e0be4fbf" providerId="LiveId" clId="{7F8A0276-3AF3-4FFC-926F-EFEA70CEAF2B}" dt="2026-02-20T14:07:24.960" v="1043" actId="13926"/>
          <ac:spMkLst>
            <pc:docMk/>
            <pc:sldMk cId="666794462" sldId="259"/>
            <ac:spMk id="5" creationId="{476929CD-08E2-CA12-5F95-481D0FB518F3}"/>
          </ac:spMkLst>
        </pc:spChg>
      </pc:sldChg>
      <pc:sldChg chg="modSp mod">
        <pc:chgData name="Ankita koundal" userId="74893855e0be4fbf" providerId="LiveId" clId="{7F8A0276-3AF3-4FFC-926F-EFEA70CEAF2B}" dt="2026-02-20T14:44:49.482" v="1712" actId="27636"/>
        <pc:sldMkLst>
          <pc:docMk/>
          <pc:sldMk cId="4111575722" sldId="260"/>
        </pc:sldMkLst>
        <pc:spChg chg="mod">
          <ac:chgData name="Ankita koundal" userId="74893855e0be4fbf" providerId="LiveId" clId="{7F8A0276-3AF3-4FFC-926F-EFEA70CEAF2B}" dt="2026-02-20T14:05:27.190" v="1035" actId="13926"/>
          <ac:spMkLst>
            <pc:docMk/>
            <pc:sldMk cId="4111575722" sldId="260"/>
            <ac:spMk id="2" creationId="{30B72E82-7ABE-6EC6-0867-4C0515E9F71E}"/>
          </ac:spMkLst>
        </pc:spChg>
        <pc:spChg chg="mod">
          <ac:chgData name="Ankita koundal" userId="74893855e0be4fbf" providerId="LiveId" clId="{7F8A0276-3AF3-4FFC-926F-EFEA70CEAF2B}" dt="2026-02-20T14:44:49.482" v="1712" actId="27636"/>
          <ac:spMkLst>
            <pc:docMk/>
            <pc:sldMk cId="4111575722" sldId="260"/>
            <ac:spMk id="3" creationId="{0374AA8F-2F90-2ADF-AA83-38D634982F57}"/>
          </ac:spMkLst>
        </pc:spChg>
      </pc:sldChg>
      <pc:sldChg chg="modSp mod">
        <pc:chgData name="Ankita koundal" userId="74893855e0be4fbf" providerId="LiveId" clId="{7F8A0276-3AF3-4FFC-926F-EFEA70CEAF2B}" dt="2026-02-20T15:33:31.111" v="2553" actId="14100"/>
        <pc:sldMkLst>
          <pc:docMk/>
          <pc:sldMk cId="649058561" sldId="261"/>
        </pc:sldMkLst>
        <pc:spChg chg="mod">
          <ac:chgData name="Ankita koundal" userId="74893855e0be4fbf" providerId="LiveId" clId="{7F8A0276-3AF3-4FFC-926F-EFEA70CEAF2B}" dt="2026-02-20T15:33:13.346" v="2551" actId="14100"/>
          <ac:spMkLst>
            <pc:docMk/>
            <pc:sldMk cId="649058561" sldId="261"/>
            <ac:spMk id="4" creationId="{087B9B0A-45F8-5E3C-24E2-9CB9D3428AB9}"/>
          </ac:spMkLst>
        </pc:spChg>
        <pc:spChg chg="mod">
          <ac:chgData name="Ankita koundal" userId="74893855e0be4fbf" providerId="LiveId" clId="{7F8A0276-3AF3-4FFC-926F-EFEA70CEAF2B}" dt="2026-02-20T15:33:31.111" v="2553" actId="14100"/>
          <ac:spMkLst>
            <pc:docMk/>
            <pc:sldMk cId="649058561" sldId="261"/>
            <ac:spMk id="5" creationId="{FF6954D8-355D-9738-EDF0-66C395B6ADA6}"/>
          </ac:spMkLst>
        </pc:spChg>
        <pc:cxnChg chg="mod">
          <ac:chgData name="Ankita koundal" userId="74893855e0be4fbf" providerId="LiveId" clId="{7F8A0276-3AF3-4FFC-926F-EFEA70CEAF2B}" dt="2026-02-20T15:32:59.945" v="2549" actId="14100"/>
          <ac:cxnSpMkLst>
            <pc:docMk/>
            <pc:sldMk cId="649058561" sldId="261"/>
            <ac:cxnSpMk id="8" creationId="{9110C73A-D3DE-0FC0-B680-1148027A90A9}"/>
          </ac:cxnSpMkLst>
        </pc:cxnChg>
        <pc:cxnChg chg="mod">
          <ac:chgData name="Ankita koundal" userId="74893855e0be4fbf" providerId="LiveId" clId="{7F8A0276-3AF3-4FFC-926F-EFEA70CEAF2B}" dt="2026-02-20T15:33:31.111" v="2553" actId="14100"/>
          <ac:cxnSpMkLst>
            <pc:docMk/>
            <pc:sldMk cId="649058561" sldId="261"/>
            <ac:cxnSpMk id="11" creationId="{5B02C609-4E87-FF8D-D31F-013646531D01}"/>
          </ac:cxnSpMkLst>
        </pc:cxnChg>
      </pc:sldChg>
      <pc:sldChg chg="addSp delSp modSp mod">
        <pc:chgData name="Ankita koundal" userId="74893855e0be4fbf" providerId="LiveId" clId="{7F8A0276-3AF3-4FFC-926F-EFEA70CEAF2B}" dt="2026-02-20T14:53:53.234" v="1767"/>
        <pc:sldMkLst>
          <pc:docMk/>
          <pc:sldMk cId="438735699" sldId="262"/>
        </pc:sldMkLst>
        <pc:spChg chg="mod">
          <ac:chgData name="Ankita koundal" userId="74893855e0be4fbf" providerId="LiveId" clId="{7F8A0276-3AF3-4FFC-926F-EFEA70CEAF2B}" dt="2026-02-20T14:06:15.823" v="1040" actId="14100"/>
          <ac:spMkLst>
            <pc:docMk/>
            <pc:sldMk cId="438735699" sldId="262"/>
            <ac:spMk id="2" creationId="{EB7DD7A4-94B2-CA23-0B2F-CE8BEF9D61C3}"/>
          </ac:spMkLst>
        </pc:spChg>
        <pc:spChg chg="del mod">
          <ac:chgData name="Ankita koundal" userId="74893855e0be4fbf" providerId="LiveId" clId="{7F8A0276-3AF3-4FFC-926F-EFEA70CEAF2B}" dt="2026-02-20T07:10:39.801" v="31" actId="21"/>
          <ac:spMkLst>
            <pc:docMk/>
            <pc:sldMk cId="438735699" sldId="262"/>
            <ac:spMk id="3" creationId="{5C1F401B-7C6B-D608-D277-D6BB69EB4598}"/>
          </ac:spMkLst>
        </pc:spChg>
        <pc:spChg chg="mod">
          <ac:chgData name="Ankita koundal" userId="74893855e0be4fbf" providerId="LiveId" clId="{7F8A0276-3AF3-4FFC-926F-EFEA70CEAF2B}" dt="2026-02-20T14:45:03.196" v="1713" actId="2711"/>
          <ac:spMkLst>
            <pc:docMk/>
            <pc:sldMk cId="438735699" sldId="262"/>
            <ac:spMk id="4" creationId="{E96C4493-F5BC-DA7A-8535-DC4C734A5551}"/>
          </ac:spMkLst>
        </pc:spChg>
        <pc:spChg chg="del">
          <ac:chgData name="Ankita koundal" userId="74893855e0be4fbf" providerId="LiveId" clId="{7F8A0276-3AF3-4FFC-926F-EFEA70CEAF2B}" dt="2026-02-20T07:10:28.836" v="28" actId="21"/>
          <ac:spMkLst>
            <pc:docMk/>
            <pc:sldMk cId="438735699" sldId="262"/>
            <ac:spMk id="5" creationId="{991BFE61-0161-30B5-9D53-B5D67316F3E3}"/>
          </ac:spMkLst>
        </pc:spChg>
        <pc:spChg chg="del">
          <ac:chgData name="Ankita koundal" userId="74893855e0be4fbf" providerId="LiveId" clId="{7F8A0276-3AF3-4FFC-926F-EFEA70CEAF2B}" dt="2026-02-20T07:10:32.639" v="29" actId="21"/>
          <ac:spMkLst>
            <pc:docMk/>
            <pc:sldMk cId="438735699" sldId="262"/>
            <ac:spMk id="6" creationId="{F5BEF33E-E281-B18B-08C7-E0D8DB0AED1B}"/>
          </ac:spMkLst>
        </pc:spChg>
        <pc:spChg chg="add mod">
          <ac:chgData name="Ankita koundal" userId="74893855e0be4fbf" providerId="LiveId" clId="{7F8A0276-3AF3-4FFC-926F-EFEA70CEAF2B}" dt="2026-02-20T07:38:53.693" v="537" actId="20577"/>
          <ac:spMkLst>
            <pc:docMk/>
            <pc:sldMk cId="438735699" sldId="262"/>
            <ac:spMk id="7" creationId="{CBE2A139-C23D-BF03-5D41-7B9DA64CEBED}"/>
          </ac:spMkLst>
        </pc:spChg>
        <pc:spChg chg="add mod">
          <ac:chgData name="Ankita koundal" userId="74893855e0be4fbf" providerId="LiveId" clId="{7F8A0276-3AF3-4FFC-926F-EFEA70CEAF2B}" dt="2026-02-20T14:53:53.234" v="1767"/>
          <ac:spMkLst>
            <pc:docMk/>
            <pc:sldMk cId="438735699" sldId="262"/>
            <ac:spMk id="8" creationId="{A951D6CF-D9DF-33F7-77EE-2A5D9520CDF9}"/>
          </ac:spMkLst>
        </pc:spChg>
        <pc:spChg chg="add mod">
          <ac:chgData name="Ankita koundal" userId="74893855e0be4fbf" providerId="LiveId" clId="{7F8A0276-3AF3-4FFC-926F-EFEA70CEAF2B}" dt="2026-02-20T07:36:24.060" v="498" actId="20577"/>
          <ac:spMkLst>
            <pc:docMk/>
            <pc:sldMk cId="438735699" sldId="262"/>
            <ac:spMk id="9" creationId="{ECFC4C2F-83CA-89A6-1175-86D67C546783}"/>
          </ac:spMkLst>
        </pc:spChg>
        <pc:spChg chg="add mod">
          <ac:chgData name="Ankita koundal" userId="74893855e0be4fbf" providerId="LiveId" clId="{7F8A0276-3AF3-4FFC-926F-EFEA70CEAF2B}" dt="2026-02-20T07:36:50.704" v="506" actId="20577"/>
          <ac:spMkLst>
            <pc:docMk/>
            <pc:sldMk cId="438735699" sldId="262"/>
            <ac:spMk id="10" creationId="{CBBD3B54-C652-9992-3CD5-67314F89ED44}"/>
          </ac:spMkLst>
        </pc:spChg>
        <pc:spChg chg="add del mod">
          <ac:chgData name="Ankita koundal" userId="74893855e0be4fbf" providerId="LiveId" clId="{7F8A0276-3AF3-4FFC-926F-EFEA70CEAF2B}" dt="2026-02-20T07:48:05.493" v="629"/>
          <ac:spMkLst>
            <pc:docMk/>
            <pc:sldMk cId="438735699" sldId="262"/>
            <ac:spMk id="33" creationId="{4F7DC6AB-A520-5946-3F5B-AA1942618E71}"/>
          </ac:spMkLst>
        </pc:spChg>
        <pc:spChg chg="add del mod">
          <ac:chgData name="Ankita koundal" userId="74893855e0be4fbf" providerId="LiveId" clId="{7F8A0276-3AF3-4FFC-926F-EFEA70CEAF2B}" dt="2026-02-20T07:48:05.495" v="631"/>
          <ac:spMkLst>
            <pc:docMk/>
            <pc:sldMk cId="438735699" sldId="262"/>
            <ac:spMk id="34" creationId="{B8B7755A-715E-BC2C-6B95-FABD3C7B0ABD}"/>
          </ac:spMkLst>
        </pc:spChg>
        <pc:cxnChg chg="add del mod">
          <ac:chgData name="Ankita koundal" userId="74893855e0be4fbf" providerId="LiveId" clId="{7F8A0276-3AF3-4FFC-926F-EFEA70CEAF2B}" dt="2026-02-20T07:25:38.819" v="437" actId="21"/>
          <ac:cxnSpMkLst>
            <pc:docMk/>
            <pc:sldMk cId="438735699" sldId="262"/>
            <ac:cxnSpMk id="12" creationId="{19B67812-F1A7-529F-4548-B015016BBBCE}"/>
          </ac:cxnSpMkLst>
        </pc:cxnChg>
        <pc:cxnChg chg="add del mod">
          <ac:chgData name="Ankita koundal" userId="74893855e0be4fbf" providerId="LiveId" clId="{7F8A0276-3AF3-4FFC-926F-EFEA70CEAF2B}" dt="2026-02-20T07:25:34.696" v="436" actId="21"/>
          <ac:cxnSpMkLst>
            <pc:docMk/>
            <pc:sldMk cId="438735699" sldId="262"/>
            <ac:cxnSpMk id="14" creationId="{7D57326B-A0F8-772C-5BEB-9729737D8253}"/>
          </ac:cxnSpMkLst>
        </pc:cxnChg>
        <pc:cxnChg chg="add mod">
          <ac:chgData name="Ankita koundal" userId="74893855e0be4fbf" providerId="LiveId" clId="{7F8A0276-3AF3-4FFC-926F-EFEA70CEAF2B}" dt="2026-02-20T07:27:04.868" v="442" actId="1076"/>
          <ac:cxnSpMkLst>
            <pc:docMk/>
            <pc:sldMk cId="438735699" sldId="262"/>
            <ac:cxnSpMk id="17" creationId="{1DCC35A9-6684-6611-B9AE-C269A399FC2C}"/>
          </ac:cxnSpMkLst>
        </pc:cxnChg>
        <pc:cxnChg chg="add mod">
          <ac:chgData name="Ankita koundal" userId="74893855e0be4fbf" providerId="LiveId" clId="{7F8A0276-3AF3-4FFC-926F-EFEA70CEAF2B}" dt="2026-02-20T07:32:33.101" v="464" actId="14861"/>
          <ac:cxnSpMkLst>
            <pc:docMk/>
            <pc:sldMk cId="438735699" sldId="262"/>
            <ac:cxnSpMk id="19" creationId="{5FF0F9F2-B84B-1644-6880-0ECEBB2DC40C}"/>
          </ac:cxnSpMkLst>
        </pc:cxnChg>
        <pc:cxnChg chg="add mod">
          <ac:chgData name="Ankita koundal" userId="74893855e0be4fbf" providerId="LiveId" clId="{7F8A0276-3AF3-4FFC-926F-EFEA70CEAF2B}" dt="2026-02-20T07:32:20.377" v="463" actId="14861"/>
          <ac:cxnSpMkLst>
            <pc:docMk/>
            <pc:sldMk cId="438735699" sldId="262"/>
            <ac:cxnSpMk id="21" creationId="{5C8B9EC6-5738-90D7-63D3-39567A45BF20}"/>
          </ac:cxnSpMkLst>
        </pc:cxnChg>
        <pc:cxnChg chg="add del mod">
          <ac:chgData name="Ankita koundal" userId="74893855e0be4fbf" providerId="LiveId" clId="{7F8A0276-3AF3-4FFC-926F-EFEA70CEAF2B}" dt="2026-02-20T07:30:34.712" v="455" actId="21"/>
          <ac:cxnSpMkLst>
            <pc:docMk/>
            <pc:sldMk cId="438735699" sldId="262"/>
            <ac:cxnSpMk id="23" creationId="{BDBE4FEE-D861-A28F-89B9-A6C39B2BC846}"/>
          </ac:cxnSpMkLst>
        </pc:cxnChg>
        <pc:cxnChg chg="add mod">
          <ac:chgData name="Ankita koundal" userId="74893855e0be4fbf" providerId="LiveId" clId="{7F8A0276-3AF3-4FFC-926F-EFEA70CEAF2B}" dt="2026-02-20T07:32:42.243" v="465" actId="14861"/>
          <ac:cxnSpMkLst>
            <pc:docMk/>
            <pc:sldMk cId="438735699" sldId="262"/>
            <ac:cxnSpMk id="26" creationId="{85835222-80A4-5294-E8D0-3E5C5E28C727}"/>
          </ac:cxnSpMkLst>
        </pc:cxnChg>
        <pc:cxnChg chg="add mod">
          <ac:chgData name="Ankita koundal" userId="74893855e0be4fbf" providerId="LiveId" clId="{7F8A0276-3AF3-4FFC-926F-EFEA70CEAF2B}" dt="2026-02-20T07:31:28.351" v="461" actId="14861"/>
          <ac:cxnSpMkLst>
            <pc:docMk/>
            <pc:sldMk cId="438735699" sldId="262"/>
            <ac:cxnSpMk id="29" creationId="{E0A8980B-54C7-7D9E-957C-199309BDF322}"/>
          </ac:cxnSpMkLst>
        </pc:cxnChg>
        <pc:cxnChg chg="add mod">
          <ac:chgData name="Ankita koundal" userId="74893855e0be4fbf" providerId="LiveId" clId="{7F8A0276-3AF3-4FFC-926F-EFEA70CEAF2B}" dt="2026-02-20T07:32:12.996" v="462" actId="14861"/>
          <ac:cxnSpMkLst>
            <pc:docMk/>
            <pc:sldMk cId="438735699" sldId="262"/>
            <ac:cxnSpMk id="31" creationId="{2949689A-EB38-EB3B-ACF4-0334826DDECB}"/>
          </ac:cxnSpMkLst>
        </pc:cxnChg>
      </pc:sldChg>
      <pc:sldChg chg="modSp new mod">
        <pc:chgData name="Ankita koundal" userId="74893855e0be4fbf" providerId="LiveId" clId="{7F8A0276-3AF3-4FFC-926F-EFEA70CEAF2B}" dt="2026-02-20T16:09:56.996" v="3084" actId="255"/>
        <pc:sldMkLst>
          <pc:docMk/>
          <pc:sldMk cId="1635509048" sldId="263"/>
        </pc:sldMkLst>
        <pc:spChg chg="mod">
          <ac:chgData name="Ankita koundal" userId="74893855e0be4fbf" providerId="LiveId" clId="{7F8A0276-3AF3-4FFC-926F-EFEA70CEAF2B}" dt="2026-02-20T14:54:04.109" v="1770" actId="20577"/>
          <ac:spMkLst>
            <pc:docMk/>
            <pc:sldMk cId="1635509048" sldId="263"/>
            <ac:spMk id="2" creationId="{F850618F-2456-6DE3-A840-7E86438EF33B}"/>
          </ac:spMkLst>
        </pc:spChg>
        <pc:spChg chg="mod">
          <ac:chgData name="Ankita koundal" userId="74893855e0be4fbf" providerId="LiveId" clId="{7F8A0276-3AF3-4FFC-926F-EFEA70CEAF2B}" dt="2026-02-20T16:09:56.996" v="3084" actId="255"/>
          <ac:spMkLst>
            <pc:docMk/>
            <pc:sldMk cId="1635509048" sldId="263"/>
            <ac:spMk id="3" creationId="{ABD47B0D-F72A-0BE9-90F4-56DD5F0E7AA5}"/>
          </ac:spMkLst>
        </pc:spChg>
      </pc:sldChg>
      <pc:sldChg chg="addSp delSp modSp new del mod">
        <pc:chgData name="Ankita koundal" userId="74893855e0be4fbf" providerId="LiveId" clId="{7F8A0276-3AF3-4FFC-926F-EFEA70CEAF2B}" dt="2026-02-20T14:29:13.621" v="1237" actId="47"/>
        <pc:sldMkLst>
          <pc:docMk/>
          <pc:sldMk cId="3657731828" sldId="263"/>
        </pc:sldMkLst>
        <pc:spChg chg="mod">
          <ac:chgData name="Ankita koundal" userId="74893855e0be4fbf" providerId="LiveId" clId="{7F8A0276-3AF3-4FFC-926F-EFEA70CEAF2B}" dt="2026-02-20T14:05:41.841" v="1036" actId="13926"/>
          <ac:spMkLst>
            <pc:docMk/>
            <pc:sldMk cId="3657731828" sldId="263"/>
            <ac:spMk id="2" creationId="{96C4CE03-DE7D-C646-7D0D-7C105D84A8E2}"/>
          </ac:spMkLst>
        </pc:spChg>
        <pc:spChg chg="mod">
          <ac:chgData name="Ankita koundal" userId="74893855e0be4fbf" providerId="LiveId" clId="{7F8A0276-3AF3-4FFC-926F-EFEA70CEAF2B}" dt="2026-02-20T14:29:07.201" v="1235" actId="20577"/>
          <ac:spMkLst>
            <pc:docMk/>
            <pc:sldMk cId="3657731828" sldId="263"/>
            <ac:spMk id="3" creationId="{726E840D-B189-62CE-4960-135C7AC37EC4}"/>
          </ac:spMkLst>
        </pc:spChg>
        <pc:spChg chg="add del mod">
          <ac:chgData name="Ankita koundal" userId="74893855e0be4fbf" providerId="LiveId" clId="{7F8A0276-3AF3-4FFC-926F-EFEA70CEAF2B}" dt="2026-02-20T14:19:18.109" v="1125" actId="21"/>
          <ac:spMkLst>
            <pc:docMk/>
            <pc:sldMk cId="3657731828" sldId="263"/>
            <ac:spMk id="6" creationId="{266FA715-C1E4-094C-B068-1E6E9441CA6D}"/>
          </ac:spMkLst>
        </pc:spChg>
        <pc:picChg chg="add del mod">
          <ac:chgData name="Ankita koundal" userId="74893855e0be4fbf" providerId="LiveId" clId="{7F8A0276-3AF3-4FFC-926F-EFEA70CEAF2B}" dt="2026-02-20T14:19:18.109" v="1125" actId="21"/>
          <ac:picMkLst>
            <pc:docMk/>
            <pc:sldMk cId="3657731828" sldId="263"/>
            <ac:picMk id="5" creationId="{FDBBE3D2-C449-9E8E-390B-1A197B142F8A}"/>
          </ac:picMkLst>
        </pc:picChg>
      </pc:sldChg>
      <pc:sldChg chg="modSp new del mod">
        <pc:chgData name="Ankita koundal" userId="74893855e0be4fbf" providerId="LiveId" clId="{7F8A0276-3AF3-4FFC-926F-EFEA70CEAF2B}" dt="2026-02-20T14:29:13.411" v="1236" actId="47"/>
        <pc:sldMkLst>
          <pc:docMk/>
          <pc:sldMk cId="1080836302" sldId="264"/>
        </pc:sldMkLst>
        <pc:spChg chg="mod">
          <ac:chgData name="Ankita koundal" userId="74893855e0be4fbf" providerId="LiveId" clId="{7F8A0276-3AF3-4FFC-926F-EFEA70CEAF2B}" dt="2026-02-20T14:28:50.546" v="1230" actId="20577"/>
          <ac:spMkLst>
            <pc:docMk/>
            <pc:sldMk cId="1080836302" sldId="264"/>
            <ac:spMk id="2" creationId="{C103506E-B4F1-558A-87B1-C71901B015B7}"/>
          </ac:spMkLst>
        </pc:spChg>
      </pc:sldChg>
      <pc:sldChg chg="addSp delSp modSp new mod ord">
        <pc:chgData name="Ankita koundal" userId="74893855e0be4fbf" providerId="LiveId" clId="{7F8A0276-3AF3-4FFC-926F-EFEA70CEAF2B}" dt="2026-02-21T03:53:35.589" v="3995"/>
        <pc:sldMkLst>
          <pc:docMk/>
          <pc:sldMk cId="2080877622" sldId="264"/>
        </pc:sldMkLst>
        <pc:spChg chg="del mod">
          <ac:chgData name="Ankita koundal" userId="74893855e0be4fbf" providerId="LiveId" clId="{7F8A0276-3AF3-4FFC-926F-EFEA70CEAF2B}" dt="2026-02-20T15:07:02.828" v="2102" actId="21"/>
          <ac:spMkLst>
            <pc:docMk/>
            <pc:sldMk cId="2080877622" sldId="264"/>
            <ac:spMk id="2" creationId="{D23DBDB9-AC01-9244-CA2D-1DD74AE224BE}"/>
          </ac:spMkLst>
        </pc:spChg>
        <pc:spChg chg="mod">
          <ac:chgData name="Ankita koundal" userId="74893855e0be4fbf" providerId="LiveId" clId="{7F8A0276-3AF3-4FFC-926F-EFEA70CEAF2B}" dt="2026-02-20T15:50:17.217" v="2702" actId="20577"/>
          <ac:spMkLst>
            <pc:docMk/>
            <pc:sldMk cId="2080877622" sldId="264"/>
            <ac:spMk id="3" creationId="{7C1A1F4A-2232-20E7-4E61-46E01EE2317E}"/>
          </ac:spMkLst>
        </pc:spChg>
        <pc:graphicFrameChg chg="add del mod modGraphic">
          <ac:chgData name="Ankita koundal" userId="74893855e0be4fbf" providerId="LiveId" clId="{7F8A0276-3AF3-4FFC-926F-EFEA70CEAF2B}" dt="2026-02-20T15:11:05.001" v="2224" actId="21"/>
          <ac:graphicFrameMkLst>
            <pc:docMk/>
            <pc:sldMk cId="2080877622" sldId="264"/>
            <ac:graphicFrameMk id="4" creationId="{966605A7-5FDD-1459-7FDF-A357CA77E997}"/>
          </ac:graphicFrameMkLst>
        </pc:graphicFrameChg>
        <pc:graphicFrameChg chg="add del mod modGraphic">
          <ac:chgData name="Ankita koundal" userId="74893855e0be4fbf" providerId="LiveId" clId="{7F8A0276-3AF3-4FFC-926F-EFEA70CEAF2B}" dt="2026-02-20T15:13:20.036" v="2242" actId="21"/>
          <ac:graphicFrameMkLst>
            <pc:docMk/>
            <pc:sldMk cId="2080877622" sldId="264"/>
            <ac:graphicFrameMk id="5" creationId="{15A8186C-9C11-6904-221C-F0057E72CC56}"/>
          </ac:graphicFrameMkLst>
        </pc:graphicFrameChg>
        <pc:graphicFrameChg chg="add del mod modGraphic">
          <ac:chgData name="Ankita koundal" userId="74893855e0be4fbf" providerId="LiveId" clId="{7F8A0276-3AF3-4FFC-926F-EFEA70CEAF2B}" dt="2026-02-20T15:16:53.102" v="2278" actId="21"/>
          <ac:graphicFrameMkLst>
            <pc:docMk/>
            <pc:sldMk cId="2080877622" sldId="264"/>
            <ac:graphicFrameMk id="6" creationId="{8C307B98-7343-A9AF-B2F0-87F67CB6CA67}"/>
          </ac:graphicFrameMkLst>
        </pc:graphicFrameChg>
        <pc:graphicFrameChg chg="add mod modGraphic">
          <ac:chgData name="Ankita koundal" userId="74893855e0be4fbf" providerId="LiveId" clId="{7F8A0276-3AF3-4FFC-926F-EFEA70CEAF2B}" dt="2026-02-20T15:50:53.432" v="2707" actId="14100"/>
          <ac:graphicFrameMkLst>
            <pc:docMk/>
            <pc:sldMk cId="2080877622" sldId="264"/>
            <ac:graphicFrameMk id="7" creationId="{7B225506-AE04-A2EB-0374-A3866C0B2EF5}"/>
          </ac:graphicFrameMkLst>
        </pc:graphicFrameChg>
        <pc:cxnChg chg="add del mod">
          <ac:chgData name="Ankita koundal" userId="74893855e0be4fbf" providerId="LiveId" clId="{7F8A0276-3AF3-4FFC-926F-EFEA70CEAF2B}" dt="2026-02-20T15:21:21.986" v="2362" actId="21"/>
          <ac:cxnSpMkLst>
            <pc:docMk/>
            <pc:sldMk cId="2080877622" sldId="264"/>
            <ac:cxnSpMk id="9" creationId="{52A07B04-DFFE-144B-E814-92B37CDCE6B9}"/>
          </ac:cxnSpMkLst>
        </pc:cxnChg>
        <pc:cxnChg chg="add del mod">
          <ac:chgData name="Ankita koundal" userId="74893855e0be4fbf" providerId="LiveId" clId="{7F8A0276-3AF3-4FFC-926F-EFEA70CEAF2B}" dt="2026-02-20T15:38:53.416" v="2607" actId="21"/>
          <ac:cxnSpMkLst>
            <pc:docMk/>
            <pc:sldMk cId="2080877622" sldId="264"/>
            <ac:cxnSpMk id="12" creationId="{52A07B04-DFFE-144B-E814-92B37CDCE6B9}"/>
          </ac:cxnSpMkLst>
        </pc:cxnChg>
      </pc:sldChg>
      <pc:sldChg chg="addSp delSp modSp new mod">
        <pc:chgData name="Ankita koundal" userId="74893855e0be4fbf" providerId="LiveId" clId="{7F8A0276-3AF3-4FFC-926F-EFEA70CEAF2B}" dt="2026-02-20T17:04:23.173" v="3482" actId="27636"/>
        <pc:sldMkLst>
          <pc:docMk/>
          <pc:sldMk cId="4249673613" sldId="265"/>
        </pc:sldMkLst>
        <pc:spChg chg="del">
          <ac:chgData name="Ankita koundal" userId="74893855e0be4fbf" providerId="LiveId" clId="{7F8A0276-3AF3-4FFC-926F-EFEA70CEAF2B}" dt="2026-02-20T15:50:00.865" v="2691" actId="21"/>
          <ac:spMkLst>
            <pc:docMk/>
            <pc:sldMk cId="4249673613" sldId="265"/>
            <ac:spMk id="2" creationId="{9A0987E6-7BB9-D09F-0B82-7E0D13C7432A}"/>
          </ac:spMkLst>
        </pc:spChg>
        <pc:spChg chg="mod">
          <ac:chgData name="Ankita koundal" userId="74893855e0be4fbf" providerId="LiveId" clId="{7F8A0276-3AF3-4FFC-926F-EFEA70CEAF2B}" dt="2026-02-20T17:04:23.173" v="3482" actId="27636"/>
          <ac:spMkLst>
            <pc:docMk/>
            <pc:sldMk cId="4249673613" sldId="265"/>
            <ac:spMk id="3" creationId="{40EF62C9-7BD3-8102-D8A0-A8A6542DE9D3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12" creationId="{78EBE037-02CC-506C-39AF-62153D8E789B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13" creationId="{618E4652-0E8B-12EB-B16A-2B69C828A456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14" creationId="{BFCFCCA2-0B45-88C2-780F-C6A90282EE69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15" creationId="{F8D7A1D1-21D4-2B39-24C7-93FB55736447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16" creationId="{3358D733-40B5-B8D0-3B23-C9B7424A8E42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17" creationId="{FF1E8581-A0E7-AE36-0EB1-728EFD15BC00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18" creationId="{858D0D4D-D3B3-E1D0-D079-14179399FFAF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19" creationId="{7DD0CA3D-E2AB-004C-8DA7-FE2F827D3A3C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20" creationId="{55574697-2274-B2D8-C8E6-ECD9D48A6630}"/>
          </ac:spMkLst>
        </pc:spChg>
        <pc:spChg chg="add del mod">
          <ac:chgData name="Ankita koundal" userId="74893855e0be4fbf" providerId="LiveId" clId="{7F8A0276-3AF3-4FFC-926F-EFEA70CEAF2B}" dt="2026-02-20T16:55:58.653" v="3414" actId="21"/>
          <ac:spMkLst>
            <pc:docMk/>
            <pc:sldMk cId="4249673613" sldId="265"/>
            <ac:spMk id="21" creationId="{4D0F55A9-E770-A23B-B106-85399F25AE25}"/>
          </ac:spMkLst>
        </pc:spChg>
        <pc:spChg chg="add del mod">
          <ac:chgData name="Ankita koundal" userId="74893855e0be4fbf" providerId="LiveId" clId="{7F8A0276-3AF3-4FFC-926F-EFEA70CEAF2B}" dt="2026-02-20T16:59:01.501" v="3430" actId="21"/>
          <ac:spMkLst>
            <pc:docMk/>
            <pc:sldMk cId="4249673613" sldId="265"/>
            <ac:spMk id="23" creationId="{2C95ABB1-31A8-F525-349B-4F01CC9F0160}"/>
          </ac:spMkLst>
        </pc:spChg>
        <pc:graphicFrameChg chg="add del mod modGraphic">
          <ac:chgData name="Ankita koundal" userId="74893855e0be4fbf" providerId="LiveId" clId="{7F8A0276-3AF3-4FFC-926F-EFEA70CEAF2B}" dt="2026-02-20T15:57:47.648" v="2815" actId="21"/>
          <ac:graphicFrameMkLst>
            <pc:docMk/>
            <pc:sldMk cId="4249673613" sldId="265"/>
            <ac:graphicFrameMk id="4" creationId="{21845444-35EF-2A90-3031-64F58BFA2104}"/>
          </ac:graphicFrameMkLst>
        </pc:graphicFrameChg>
        <pc:graphicFrameChg chg="add del">
          <ac:chgData name="Ankita koundal" userId="74893855e0be4fbf" providerId="LiveId" clId="{7F8A0276-3AF3-4FFC-926F-EFEA70CEAF2B}" dt="2026-02-20T15:57:19.257" v="2811" actId="21"/>
          <ac:graphicFrameMkLst>
            <pc:docMk/>
            <pc:sldMk cId="4249673613" sldId="265"/>
            <ac:graphicFrameMk id="5" creationId="{0B62B054-8F89-8AE9-E2F2-3F25A882C7E9}"/>
          </ac:graphicFrameMkLst>
        </pc:graphicFrameChg>
        <pc:graphicFrameChg chg="add del">
          <ac:chgData name="Ankita koundal" userId="74893855e0be4fbf" providerId="LiveId" clId="{7F8A0276-3AF3-4FFC-926F-EFEA70CEAF2B}" dt="2026-02-20T15:57:58.996" v="2817" actId="21"/>
          <ac:graphicFrameMkLst>
            <pc:docMk/>
            <pc:sldMk cId="4249673613" sldId="265"/>
            <ac:graphicFrameMk id="6" creationId="{DE18155B-CD16-EFB5-5F2E-40BA652DF4B7}"/>
          </ac:graphicFrameMkLst>
        </pc:graphicFrameChg>
        <pc:graphicFrameChg chg="add mod modGraphic">
          <ac:chgData name="Ankita koundal" userId="74893855e0be4fbf" providerId="LiveId" clId="{7F8A0276-3AF3-4FFC-926F-EFEA70CEAF2B}" dt="2026-02-20T17:00:06.803" v="3439" actId="14100"/>
          <ac:graphicFrameMkLst>
            <pc:docMk/>
            <pc:sldMk cId="4249673613" sldId="265"/>
            <ac:graphicFrameMk id="7" creationId="{C15B67EA-93FD-285D-EF28-DE42B4ED128D}"/>
          </ac:graphicFrameMkLst>
        </pc:graphicFrameChg>
        <pc:graphicFrameChg chg="add del mod">
          <ac:chgData name="Ankita koundal" userId="74893855e0be4fbf" providerId="LiveId" clId="{7F8A0276-3AF3-4FFC-926F-EFEA70CEAF2B}" dt="2026-02-20T16:59:01.501" v="3430" actId="21"/>
          <ac:graphicFrameMkLst>
            <pc:docMk/>
            <pc:sldMk cId="4249673613" sldId="265"/>
            <ac:graphicFrameMk id="22" creationId="{477AB3FC-03FA-8BF7-0B87-87770530C2E9}"/>
          </ac:graphicFrameMkLst>
        </pc:graphicFrameChg>
      </pc:sldChg>
      <pc:sldChg chg="addSp delSp modSp new mod">
        <pc:chgData name="Ankita koundal" userId="74893855e0be4fbf" providerId="LiveId" clId="{7F8A0276-3AF3-4FFC-926F-EFEA70CEAF2B}" dt="2026-02-20T17:18:54.205" v="3762" actId="14100"/>
        <pc:sldMkLst>
          <pc:docMk/>
          <pc:sldMk cId="750517113" sldId="266"/>
        </pc:sldMkLst>
        <pc:spChg chg="del">
          <ac:chgData name="Ankita koundal" userId="74893855e0be4fbf" providerId="LiveId" clId="{7F8A0276-3AF3-4FFC-926F-EFEA70CEAF2B}" dt="2026-02-20T16:56:10.763" v="3416" actId="21"/>
          <ac:spMkLst>
            <pc:docMk/>
            <pc:sldMk cId="750517113" sldId="266"/>
            <ac:spMk id="2" creationId="{956A40CD-A278-3B4A-1F09-550B60D3FB68}"/>
          </ac:spMkLst>
        </pc:spChg>
        <pc:spChg chg="del mod">
          <ac:chgData name="Ankita koundal" userId="74893855e0be4fbf" providerId="LiveId" clId="{7F8A0276-3AF3-4FFC-926F-EFEA70CEAF2B}" dt="2026-02-20T16:56:21.585" v="3419"/>
          <ac:spMkLst>
            <pc:docMk/>
            <pc:sldMk cId="750517113" sldId="266"/>
            <ac:spMk id="3" creationId="{08E5CD5F-8984-272B-28AE-51E5F6EED57D}"/>
          </ac:spMkLst>
        </pc:spChg>
        <pc:spChg chg="add del mod">
          <ac:chgData name="Ankita koundal" userId="74893855e0be4fbf" providerId="LiveId" clId="{7F8A0276-3AF3-4FFC-926F-EFEA70CEAF2B}" dt="2026-02-20T16:56:24.451" v="3420"/>
          <ac:spMkLst>
            <pc:docMk/>
            <pc:sldMk cId="750517113" sldId="266"/>
            <ac:spMk id="4" creationId="{956A40CD-A278-3B4A-1F09-550B60D3FB68}"/>
          </ac:spMkLst>
        </pc:spChg>
        <pc:spChg chg="add del mod">
          <ac:chgData name="Ankita koundal" userId="74893855e0be4fbf" providerId="LiveId" clId="{7F8A0276-3AF3-4FFC-926F-EFEA70CEAF2B}" dt="2026-02-20T16:56:25.972" v="3421"/>
          <ac:spMkLst>
            <pc:docMk/>
            <pc:sldMk cId="750517113" sldId="266"/>
            <ac:spMk id="5" creationId="{D350057C-34F7-4F3F-1915-86158B281F49}"/>
          </ac:spMkLst>
        </pc:spChg>
        <pc:spChg chg="add del mod">
          <ac:chgData name="Ankita koundal" userId="74893855e0be4fbf" providerId="LiveId" clId="{7F8A0276-3AF3-4FFC-926F-EFEA70CEAF2B}" dt="2026-02-20T16:57:56" v="3422"/>
          <ac:spMkLst>
            <pc:docMk/>
            <pc:sldMk cId="750517113" sldId="266"/>
            <ac:spMk id="6" creationId="{682B2F87-56EC-8415-1EE1-A56FDE0D69F7}"/>
          </ac:spMkLst>
        </pc:spChg>
        <pc:spChg chg="add del mod">
          <ac:chgData name="Ankita koundal" userId="74893855e0be4fbf" providerId="LiveId" clId="{7F8A0276-3AF3-4FFC-926F-EFEA70CEAF2B}" dt="2026-02-20T16:58:06.272" v="3424" actId="21"/>
          <ac:spMkLst>
            <pc:docMk/>
            <pc:sldMk cId="750517113" sldId="266"/>
            <ac:spMk id="8" creationId="{CF8ED9F0-A8CB-5DE7-3EE0-248604928B04}"/>
          </ac:spMkLst>
        </pc:spChg>
        <pc:spChg chg="add del mod">
          <ac:chgData name="Ankita koundal" userId="74893855e0be4fbf" providerId="LiveId" clId="{7F8A0276-3AF3-4FFC-926F-EFEA70CEAF2B}" dt="2026-02-20T16:58:06.272" v="3424" actId="21"/>
          <ac:spMkLst>
            <pc:docMk/>
            <pc:sldMk cId="750517113" sldId="266"/>
            <ac:spMk id="9" creationId="{8904BCDC-EB0B-6915-4098-F99F2FD5C9A0}"/>
          </ac:spMkLst>
        </pc:spChg>
        <pc:spChg chg="add del mod">
          <ac:chgData name="Ankita koundal" userId="74893855e0be4fbf" providerId="LiveId" clId="{7F8A0276-3AF3-4FFC-926F-EFEA70CEAF2B}" dt="2026-02-20T16:58:06.272" v="3424" actId="21"/>
          <ac:spMkLst>
            <pc:docMk/>
            <pc:sldMk cId="750517113" sldId="266"/>
            <ac:spMk id="10" creationId="{CB36B605-D9F9-371F-C015-7BAC40EE6E35}"/>
          </ac:spMkLst>
        </pc:spChg>
        <pc:spChg chg="add del mod">
          <ac:chgData name="Ankita koundal" userId="74893855e0be4fbf" providerId="LiveId" clId="{7F8A0276-3AF3-4FFC-926F-EFEA70CEAF2B}" dt="2026-02-20T16:58:06.272" v="3424" actId="21"/>
          <ac:spMkLst>
            <pc:docMk/>
            <pc:sldMk cId="750517113" sldId="266"/>
            <ac:spMk id="11" creationId="{BDE1CD3B-575F-9A14-7441-60F9A8E86F80}"/>
          </ac:spMkLst>
        </pc:spChg>
        <pc:spChg chg="add del mod">
          <ac:chgData name="Ankita koundal" userId="74893855e0be4fbf" providerId="LiveId" clId="{7F8A0276-3AF3-4FFC-926F-EFEA70CEAF2B}" dt="2026-02-20T16:58:06.272" v="3424" actId="21"/>
          <ac:spMkLst>
            <pc:docMk/>
            <pc:sldMk cId="750517113" sldId="266"/>
            <ac:spMk id="12" creationId="{C578F261-997B-AAF5-5067-7E55E14CC86E}"/>
          </ac:spMkLst>
        </pc:spChg>
        <pc:spChg chg="add del mod">
          <ac:chgData name="Ankita koundal" userId="74893855e0be4fbf" providerId="LiveId" clId="{7F8A0276-3AF3-4FFC-926F-EFEA70CEAF2B}" dt="2026-02-20T16:58:06.272" v="3424" actId="21"/>
          <ac:spMkLst>
            <pc:docMk/>
            <pc:sldMk cId="750517113" sldId="266"/>
            <ac:spMk id="13" creationId="{FF545A24-FCF1-BC69-E6D6-C0E48184BF40}"/>
          </ac:spMkLst>
        </pc:spChg>
        <pc:spChg chg="add del mod">
          <ac:chgData name="Ankita koundal" userId="74893855e0be4fbf" providerId="LiveId" clId="{7F8A0276-3AF3-4FFC-926F-EFEA70CEAF2B}" dt="2026-02-20T16:58:06.272" v="3424" actId="21"/>
          <ac:spMkLst>
            <pc:docMk/>
            <pc:sldMk cId="750517113" sldId="266"/>
            <ac:spMk id="14" creationId="{0A48A78B-A89E-4657-3EC2-736AC840F628}"/>
          </ac:spMkLst>
        </pc:spChg>
        <pc:spChg chg="add del mod">
          <ac:chgData name="Ankita koundal" userId="74893855e0be4fbf" providerId="LiveId" clId="{7F8A0276-3AF3-4FFC-926F-EFEA70CEAF2B}" dt="2026-02-20T16:58:06.272" v="3424" actId="21"/>
          <ac:spMkLst>
            <pc:docMk/>
            <pc:sldMk cId="750517113" sldId="266"/>
            <ac:spMk id="15" creationId="{D56211B4-E927-50EB-9F0C-4F1A1D830B6B}"/>
          </ac:spMkLst>
        </pc:spChg>
        <pc:spChg chg="add del mod">
          <ac:chgData name="Ankita koundal" userId="74893855e0be4fbf" providerId="LiveId" clId="{7F8A0276-3AF3-4FFC-926F-EFEA70CEAF2B}" dt="2026-02-20T16:58:06.272" v="3424" actId="21"/>
          <ac:spMkLst>
            <pc:docMk/>
            <pc:sldMk cId="750517113" sldId="266"/>
            <ac:spMk id="16" creationId="{BCA8F603-3CC8-BDBF-DF09-69FD627175A9}"/>
          </ac:spMkLst>
        </pc:spChg>
        <pc:spChg chg="add del mod">
          <ac:chgData name="Ankita koundal" userId="74893855e0be4fbf" providerId="LiveId" clId="{7F8A0276-3AF3-4FFC-926F-EFEA70CEAF2B}" dt="2026-02-20T17:03:04.580" v="3474"/>
          <ac:spMkLst>
            <pc:docMk/>
            <pc:sldMk cId="750517113" sldId="266"/>
            <ac:spMk id="17" creationId="{A2F59336-6FC8-B4CD-CED8-0DAA0C558B15}"/>
          </ac:spMkLst>
        </pc:spChg>
        <pc:spChg chg="add mod">
          <ac:chgData name="Ankita koundal" userId="74893855e0be4fbf" providerId="LiveId" clId="{7F8A0276-3AF3-4FFC-926F-EFEA70CEAF2B}" dt="2026-02-20T17:05:24.227" v="3487" actId="255"/>
          <ac:spMkLst>
            <pc:docMk/>
            <pc:sldMk cId="750517113" sldId="266"/>
            <ac:spMk id="19" creationId="{0EDF6FAB-80A8-88C2-D703-5D5A58FA9B80}"/>
          </ac:spMkLst>
        </pc:spChg>
        <pc:graphicFrameChg chg="mod">
          <ac:chgData name="Ankita koundal" userId="74893855e0be4fbf" providerId="LiveId" clId="{7F8A0276-3AF3-4FFC-926F-EFEA70CEAF2B}" dt="2026-02-20T16:57:59.605" v="3423" actId="14100"/>
          <ac:graphicFrameMkLst>
            <pc:docMk/>
            <pc:sldMk cId="750517113" sldId="266"/>
            <ac:graphicFrameMk id="7" creationId="{9033B733-319B-8CED-9525-595AC3A9AB76}"/>
          </ac:graphicFrameMkLst>
        </pc:graphicFrameChg>
        <pc:graphicFrameChg chg="add mod modGraphic">
          <ac:chgData name="Ankita koundal" userId="74893855e0be4fbf" providerId="LiveId" clId="{7F8A0276-3AF3-4FFC-926F-EFEA70CEAF2B}" dt="2026-02-20T17:18:54.205" v="3762" actId="14100"/>
          <ac:graphicFrameMkLst>
            <pc:docMk/>
            <pc:sldMk cId="750517113" sldId="266"/>
            <ac:graphicFrameMk id="18" creationId="{A739D2F4-6A72-6CD6-081F-71A36F9CD899}"/>
          </ac:graphicFrameMkLst>
        </pc:graphicFrameChg>
        <pc:cxnChg chg="add del">
          <ac:chgData name="Ankita koundal" userId="74893855e0be4fbf" providerId="LiveId" clId="{7F8A0276-3AF3-4FFC-926F-EFEA70CEAF2B}" dt="2026-02-20T17:08:21.370" v="3507" actId="21"/>
          <ac:cxnSpMkLst>
            <pc:docMk/>
            <pc:sldMk cId="750517113" sldId="266"/>
            <ac:cxnSpMk id="21" creationId="{00C48188-C889-A4FE-9485-D533690490B2}"/>
          </ac:cxnSpMkLst>
        </pc:cxnChg>
        <pc:cxnChg chg="add del">
          <ac:chgData name="Ankita koundal" userId="74893855e0be4fbf" providerId="LiveId" clId="{7F8A0276-3AF3-4FFC-926F-EFEA70CEAF2B}" dt="2026-02-20T17:08:25.229" v="3508" actId="21"/>
          <ac:cxnSpMkLst>
            <pc:docMk/>
            <pc:sldMk cId="750517113" sldId="266"/>
            <ac:cxnSpMk id="23" creationId="{05A1E007-E106-6C3B-8FED-DEDB4B3FF2E6}"/>
          </ac:cxnSpMkLst>
        </pc:cxnChg>
      </pc:sldChg>
      <pc:sldChg chg="addSp delSp modSp new mod">
        <pc:chgData name="Ankita koundal" userId="74893855e0be4fbf" providerId="LiveId" clId="{7F8A0276-3AF3-4FFC-926F-EFEA70CEAF2B}" dt="2026-02-20T17:43:08.959" v="3993" actId="21"/>
        <pc:sldMkLst>
          <pc:docMk/>
          <pc:sldMk cId="865882075" sldId="267"/>
        </pc:sldMkLst>
        <pc:spChg chg="del">
          <ac:chgData name="Ankita koundal" userId="74893855e0be4fbf" providerId="LiveId" clId="{7F8A0276-3AF3-4FFC-926F-EFEA70CEAF2B}" dt="2026-02-20T17:10:54.643" v="3515" actId="21"/>
          <ac:spMkLst>
            <pc:docMk/>
            <pc:sldMk cId="865882075" sldId="267"/>
            <ac:spMk id="2" creationId="{A84423FD-3E31-C22B-7D4E-E5AFC8E10078}"/>
          </ac:spMkLst>
        </pc:spChg>
        <pc:spChg chg="del mod">
          <ac:chgData name="Ankita koundal" userId="74893855e0be4fbf" providerId="LiveId" clId="{7F8A0276-3AF3-4FFC-926F-EFEA70CEAF2B}" dt="2026-02-20T17:13:18.480" v="3736" actId="21"/>
          <ac:spMkLst>
            <pc:docMk/>
            <pc:sldMk cId="865882075" sldId="267"/>
            <ac:spMk id="3" creationId="{526221B8-7AEE-883D-0244-0354697367BB}"/>
          </ac:spMkLst>
        </pc:spChg>
        <pc:spChg chg="add mod">
          <ac:chgData name="Ankita koundal" userId="74893855e0be4fbf" providerId="LiveId" clId="{7F8A0276-3AF3-4FFC-926F-EFEA70CEAF2B}" dt="2026-02-20T17:21:28.679" v="3776" actId="207"/>
          <ac:spMkLst>
            <pc:docMk/>
            <pc:sldMk cId="865882075" sldId="267"/>
            <ac:spMk id="5" creationId="{FEFD18D2-E6BE-04C3-EFAE-F64E8E27EBF1}"/>
          </ac:spMkLst>
        </pc:spChg>
        <pc:graphicFrameChg chg="add del mod modGraphic">
          <ac:chgData name="Ankita koundal" userId="74893855e0be4fbf" providerId="LiveId" clId="{7F8A0276-3AF3-4FFC-926F-EFEA70CEAF2B}" dt="2026-02-20T17:43:08.959" v="3993" actId="21"/>
          <ac:graphicFrameMkLst>
            <pc:docMk/>
            <pc:sldMk cId="865882075" sldId="267"/>
            <ac:graphicFrameMk id="6" creationId="{F3E36D78-215A-4308-4E16-4806E8A02945}"/>
          </ac:graphicFrameMkLst>
        </pc:graphicFrameChg>
      </pc:sldChg>
      <pc:sldChg chg="addSp delSp modSp new mod">
        <pc:chgData name="Ankita koundal" userId="74893855e0be4fbf" providerId="LiveId" clId="{7F8A0276-3AF3-4FFC-926F-EFEA70CEAF2B}" dt="2026-02-20T17:35:09.325" v="3958" actId="20577"/>
        <pc:sldMkLst>
          <pc:docMk/>
          <pc:sldMk cId="4072851359" sldId="268"/>
        </pc:sldMkLst>
        <pc:spChg chg="del">
          <ac:chgData name="Ankita koundal" userId="74893855e0be4fbf" providerId="LiveId" clId="{7F8A0276-3AF3-4FFC-926F-EFEA70CEAF2B}" dt="2026-02-20T17:21:45.921" v="3777" actId="21"/>
          <ac:spMkLst>
            <pc:docMk/>
            <pc:sldMk cId="4072851359" sldId="268"/>
            <ac:spMk id="2" creationId="{FE44EF1C-FEBD-31DC-495B-E014A21154ED}"/>
          </ac:spMkLst>
        </pc:spChg>
        <pc:spChg chg="mod">
          <ac:chgData name="Ankita koundal" userId="74893855e0be4fbf" providerId="LiveId" clId="{7F8A0276-3AF3-4FFC-926F-EFEA70CEAF2B}" dt="2026-02-20T17:33:25.955" v="3892" actId="14100"/>
          <ac:spMkLst>
            <pc:docMk/>
            <pc:sldMk cId="4072851359" sldId="268"/>
            <ac:spMk id="3" creationId="{218FFE15-4CAA-4213-7AD7-837FCA2DF6BA}"/>
          </ac:spMkLst>
        </pc:spChg>
        <pc:spChg chg="add del">
          <ac:chgData name="Ankita koundal" userId="74893855e0be4fbf" providerId="LiveId" clId="{7F8A0276-3AF3-4FFC-926F-EFEA70CEAF2B}" dt="2026-02-20T17:12:32.323" v="3523" actId="21"/>
          <ac:spMkLst>
            <pc:docMk/>
            <pc:sldMk cId="4072851359" sldId="268"/>
            <ac:spMk id="5" creationId="{7A8DCD09-E8B2-0B1D-18F6-287635DC6A49}"/>
          </ac:spMkLst>
        </pc:spChg>
        <pc:spChg chg="add mod">
          <ac:chgData name="Ankita koundal" userId="74893855e0be4fbf" providerId="LiveId" clId="{7F8A0276-3AF3-4FFC-926F-EFEA70CEAF2B}" dt="2026-02-20T17:35:09.325" v="3958" actId="20577"/>
          <ac:spMkLst>
            <pc:docMk/>
            <pc:sldMk cId="4072851359" sldId="268"/>
            <ac:spMk id="7" creationId="{24E2B48E-446E-3D0F-1F63-C882FC878A70}"/>
          </ac:spMkLst>
        </pc:spChg>
      </pc:sldChg>
      <pc:sldChg chg="delSp modSp new mod">
        <pc:chgData name="Ankita koundal" userId="74893855e0be4fbf" providerId="LiveId" clId="{7F8A0276-3AF3-4FFC-926F-EFEA70CEAF2B}" dt="2026-02-21T04:23:24.409" v="4275" actId="12"/>
        <pc:sldMkLst>
          <pc:docMk/>
          <pc:sldMk cId="3137229666" sldId="269"/>
        </pc:sldMkLst>
        <pc:spChg chg="del">
          <ac:chgData name="Ankita koundal" userId="74893855e0be4fbf" providerId="LiveId" clId="{7F8A0276-3AF3-4FFC-926F-EFEA70CEAF2B}" dt="2026-02-20T17:24:51.021" v="3788" actId="21"/>
          <ac:spMkLst>
            <pc:docMk/>
            <pc:sldMk cId="3137229666" sldId="269"/>
            <ac:spMk id="2" creationId="{8BA46BBA-A808-B360-918C-64967BA4D201}"/>
          </ac:spMkLst>
        </pc:spChg>
        <pc:spChg chg="mod">
          <ac:chgData name="Ankita koundal" userId="74893855e0be4fbf" providerId="LiveId" clId="{7F8A0276-3AF3-4FFC-926F-EFEA70CEAF2B}" dt="2026-02-21T04:23:24.409" v="4275" actId="12"/>
          <ac:spMkLst>
            <pc:docMk/>
            <pc:sldMk cId="3137229666" sldId="269"/>
            <ac:spMk id="3" creationId="{3E28D49C-972C-97A1-15B2-7BAB5400CEED}"/>
          </ac:spMkLst>
        </pc:spChg>
      </pc:sldChg>
      <pc:sldChg chg="delSp modSp new mod">
        <pc:chgData name="Ankita koundal" userId="74893855e0be4fbf" providerId="LiveId" clId="{7F8A0276-3AF3-4FFC-926F-EFEA70CEAF2B}" dt="2026-02-21T04:07:23.742" v="4124" actId="207"/>
        <pc:sldMkLst>
          <pc:docMk/>
          <pc:sldMk cId="1900493932" sldId="270"/>
        </pc:sldMkLst>
        <pc:spChg chg="del">
          <ac:chgData name="Ankita koundal" userId="74893855e0be4fbf" providerId="LiveId" clId="{7F8A0276-3AF3-4FFC-926F-EFEA70CEAF2B}" dt="2026-02-20T17:36:01.959" v="3959" actId="21"/>
          <ac:spMkLst>
            <pc:docMk/>
            <pc:sldMk cId="1900493932" sldId="270"/>
            <ac:spMk id="2" creationId="{E5ED0B84-5E58-2B53-1D71-D0218265C072}"/>
          </ac:spMkLst>
        </pc:spChg>
        <pc:spChg chg="mod">
          <ac:chgData name="Ankita koundal" userId="74893855e0be4fbf" providerId="LiveId" clId="{7F8A0276-3AF3-4FFC-926F-EFEA70CEAF2B}" dt="2026-02-21T04:07:23.742" v="4124" actId="207"/>
          <ac:spMkLst>
            <pc:docMk/>
            <pc:sldMk cId="1900493932" sldId="270"/>
            <ac:spMk id="3" creationId="{D2D4DAC2-6268-5C50-FCD9-86D7F7DD3D64}"/>
          </ac:spMkLst>
        </pc:spChg>
      </pc:sldChg>
      <pc:sldChg chg="addSp delSp modSp new mod">
        <pc:chgData name="Ankita koundal" userId="74893855e0be4fbf" providerId="LiveId" clId="{7F8A0276-3AF3-4FFC-926F-EFEA70CEAF2B}" dt="2026-02-21T04:46:39.367" v="4619" actId="14100"/>
        <pc:sldMkLst>
          <pc:docMk/>
          <pc:sldMk cId="1868626363" sldId="271"/>
        </pc:sldMkLst>
        <pc:spChg chg="del">
          <ac:chgData name="Ankita koundal" userId="74893855e0be4fbf" providerId="LiveId" clId="{7F8A0276-3AF3-4FFC-926F-EFEA70CEAF2B}" dt="2026-02-21T04:23:41.245" v="4277" actId="21"/>
          <ac:spMkLst>
            <pc:docMk/>
            <pc:sldMk cId="1868626363" sldId="271"/>
            <ac:spMk id="2" creationId="{2EE680DC-F06E-39F7-8BE8-68F3A78DC453}"/>
          </ac:spMkLst>
        </pc:spChg>
        <pc:spChg chg="del mod">
          <ac:chgData name="Ankita koundal" userId="74893855e0be4fbf" providerId="LiveId" clId="{7F8A0276-3AF3-4FFC-926F-EFEA70CEAF2B}" dt="2026-02-21T04:25:02.135" v="4283"/>
          <ac:spMkLst>
            <pc:docMk/>
            <pc:sldMk cId="1868626363" sldId="271"/>
            <ac:spMk id="3" creationId="{E4633CD1-8EEC-9CB0-F299-DB0C6D0FC350}"/>
          </ac:spMkLst>
        </pc:spChg>
        <pc:spChg chg="add mod">
          <ac:chgData name="Ankita koundal" userId="74893855e0be4fbf" providerId="LiveId" clId="{7F8A0276-3AF3-4FFC-926F-EFEA70CEAF2B}" dt="2026-02-21T04:30:01.001" v="4424" actId="255"/>
          <ac:spMkLst>
            <pc:docMk/>
            <pc:sldMk cId="1868626363" sldId="271"/>
            <ac:spMk id="5" creationId="{1A184163-ADB5-AF29-F67D-59E74C9C6372}"/>
          </ac:spMkLst>
        </pc:spChg>
        <pc:spChg chg="add del mod">
          <ac:chgData name="Ankita koundal" userId="74893855e0be4fbf" providerId="LiveId" clId="{7F8A0276-3AF3-4FFC-926F-EFEA70CEAF2B}" dt="2026-02-21T04:27:03.981" v="4396" actId="21"/>
          <ac:spMkLst>
            <pc:docMk/>
            <pc:sldMk cId="1868626363" sldId="271"/>
            <ac:spMk id="6" creationId="{1B8E85E0-165E-ECF9-32A7-4841986A7F3C}"/>
          </ac:spMkLst>
        </pc:spChg>
        <pc:spChg chg="add mod">
          <ac:chgData name="Ankita koundal" userId="74893855e0be4fbf" providerId="LiveId" clId="{7F8A0276-3AF3-4FFC-926F-EFEA70CEAF2B}" dt="2026-02-21T04:25:02.135" v="4283"/>
          <ac:spMkLst>
            <pc:docMk/>
            <pc:sldMk cId="1868626363" sldId="271"/>
            <ac:spMk id="7" creationId="{957EE059-36BB-494A-E3DF-C090C03D8B02}"/>
          </ac:spMkLst>
        </pc:spChg>
        <pc:spChg chg="add del mod">
          <ac:chgData name="Ankita koundal" userId="74893855e0be4fbf" providerId="LiveId" clId="{7F8A0276-3AF3-4FFC-926F-EFEA70CEAF2B}" dt="2026-02-21T04:43:31.614" v="4589" actId="21"/>
          <ac:spMkLst>
            <pc:docMk/>
            <pc:sldMk cId="1868626363" sldId="271"/>
            <ac:spMk id="10" creationId="{05A24D50-5795-8596-0018-D7E16FD5BEAC}"/>
          </ac:spMkLst>
        </pc:spChg>
        <pc:spChg chg="add mod">
          <ac:chgData name="Ankita koundal" userId="74893855e0be4fbf" providerId="LiveId" clId="{7F8A0276-3AF3-4FFC-926F-EFEA70CEAF2B}" dt="2026-02-21T04:46:39.367" v="4619" actId="14100"/>
          <ac:spMkLst>
            <pc:docMk/>
            <pc:sldMk cId="1868626363" sldId="271"/>
            <ac:spMk id="14" creationId="{FFCA9106-2911-D002-BA59-F64B052197A2}"/>
          </ac:spMkLst>
        </pc:spChg>
        <pc:spChg chg="add del">
          <ac:chgData name="Ankita koundal" userId="74893855e0be4fbf" providerId="LiveId" clId="{7F8A0276-3AF3-4FFC-926F-EFEA70CEAF2B}" dt="2026-02-21T04:42:03.558" v="4581" actId="21"/>
          <ac:spMkLst>
            <pc:docMk/>
            <pc:sldMk cId="1868626363" sldId="271"/>
            <ac:spMk id="17" creationId="{413B907C-67B5-23D6-13FB-4D3F5DFE36C0}"/>
          </ac:spMkLst>
        </pc:spChg>
        <pc:spChg chg="add del mod">
          <ac:chgData name="Ankita koundal" userId="74893855e0be4fbf" providerId="LiveId" clId="{7F8A0276-3AF3-4FFC-926F-EFEA70CEAF2B}" dt="2026-02-21T04:43:38.872" v="4590" actId="21"/>
          <ac:spMkLst>
            <pc:docMk/>
            <pc:sldMk cId="1868626363" sldId="271"/>
            <ac:spMk id="19" creationId="{3AB3662E-267D-9FE5-8C79-EC4BF81FA105}"/>
          </ac:spMkLst>
        </pc:spChg>
        <pc:spChg chg="add del mod">
          <ac:chgData name="Ankita koundal" userId="74893855e0be4fbf" providerId="LiveId" clId="{7F8A0276-3AF3-4FFC-926F-EFEA70CEAF2B}" dt="2026-02-21T04:44:44.048" v="4601" actId="21"/>
          <ac:spMkLst>
            <pc:docMk/>
            <pc:sldMk cId="1868626363" sldId="271"/>
            <ac:spMk id="20" creationId="{3AB3662E-267D-9FE5-8C79-EC4BF81FA105}"/>
          </ac:spMkLst>
        </pc:spChg>
        <pc:graphicFrameChg chg="add del mod modGraphic">
          <ac:chgData name="Ankita koundal" userId="74893855e0be4fbf" providerId="LiveId" clId="{7F8A0276-3AF3-4FFC-926F-EFEA70CEAF2B}" dt="2026-02-21T04:28:06.336" v="4403" actId="21"/>
          <ac:graphicFrameMkLst>
            <pc:docMk/>
            <pc:sldMk cId="1868626363" sldId="271"/>
            <ac:graphicFrameMk id="4" creationId="{23339B33-ABE0-9045-0346-E95CA603EBCF}"/>
          </ac:graphicFrameMkLst>
        </pc:graphicFrameChg>
        <pc:graphicFrameChg chg="add del mod modGraphic">
          <ac:chgData name="Ankita koundal" userId="74893855e0be4fbf" providerId="LiveId" clId="{7F8A0276-3AF3-4FFC-926F-EFEA70CEAF2B}" dt="2026-02-21T04:31:34.023" v="4429" actId="21"/>
          <ac:graphicFrameMkLst>
            <pc:docMk/>
            <pc:sldMk cId="1868626363" sldId="271"/>
            <ac:graphicFrameMk id="8" creationId="{CEBA27E3-6F1C-A3CB-BD1A-8408DC56D5FD}"/>
          </ac:graphicFrameMkLst>
        </pc:graphicFrameChg>
        <pc:graphicFrameChg chg="add mod modGraphic">
          <ac:chgData name="Ankita koundal" userId="74893855e0be4fbf" providerId="LiveId" clId="{7F8A0276-3AF3-4FFC-926F-EFEA70CEAF2B}" dt="2026-02-21T04:39:15.122" v="4556" actId="14100"/>
          <ac:graphicFrameMkLst>
            <pc:docMk/>
            <pc:sldMk cId="1868626363" sldId="271"/>
            <ac:graphicFrameMk id="11" creationId="{4B850DE9-EFF3-B64B-8125-867B48B1E3AA}"/>
          </ac:graphicFrameMkLst>
        </pc:graphicFrameChg>
        <pc:graphicFrameChg chg="add del mod modGraphic">
          <ac:chgData name="Ankita koundal" userId="74893855e0be4fbf" providerId="LiveId" clId="{7F8A0276-3AF3-4FFC-926F-EFEA70CEAF2B}" dt="2026-02-21T04:32:36.175" v="4441" actId="21"/>
          <ac:graphicFrameMkLst>
            <pc:docMk/>
            <pc:sldMk cId="1868626363" sldId="271"/>
            <ac:graphicFrameMk id="12" creationId="{C6AFA183-A03C-A17E-732B-DCC8EB91A2FE}"/>
          </ac:graphicFrameMkLst>
        </pc:graphicFrameChg>
        <pc:graphicFrameChg chg="add mod modGraphic">
          <ac:chgData name="Ankita koundal" userId="74893855e0be4fbf" providerId="LiveId" clId="{7F8A0276-3AF3-4FFC-926F-EFEA70CEAF2B}" dt="2026-02-21T04:46:02.030" v="4614" actId="14100"/>
          <ac:graphicFrameMkLst>
            <pc:docMk/>
            <pc:sldMk cId="1868626363" sldId="271"/>
            <ac:graphicFrameMk id="15" creationId="{6B8D0A26-3261-1448-868D-5CC31D81CA25}"/>
          </ac:graphicFrameMkLst>
        </pc:graphicFrameChg>
      </pc:sldChg>
      <pc:sldChg chg="delSp modSp new mod">
        <pc:chgData name="Ankita koundal" userId="74893855e0be4fbf" providerId="LiveId" clId="{7F8A0276-3AF3-4FFC-926F-EFEA70CEAF2B}" dt="2026-02-21T04:57:53.238" v="4714" actId="207"/>
        <pc:sldMkLst>
          <pc:docMk/>
          <pc:sldMk cId="2675568328" sldId="272"/>
        </pc:sldMkLst>
        <pc:spChg chg="del">
          <ac:chgData name="Ankita koundal" userId="74893855e0be4fbf" providerId="LiveId" clId="{7F8A0276-3AF3-4FFC-926F-EFEA70CEAF2B}" dt="2026-02-21T04:47:14.612" v="4621" actId="21"/>
          <ac:spMkLst>
            <pc:docMk/>
            <pc:sldMk cId="2675568328" sldId="272"/>
            <ac:spMk id="2" creationId="{4B12D236-F4D5-F2AF-E876-B481914965DD}"/>
          </ac:spMkLst>
        </pc:spChg>
        <pc:spChg chg="mod">
          <ac:chgData name="Ankita koundal" userId="74893855e0be4fbf" providerId="LiveId" clId="{7F8A0276-3AF3-4FFC-926F-EFEA70CEAF2B}" dt="2026-02-21T04:57:53.238" v="4714" actId="207"/>
          <ac:spMkLst>
            <pc:docMk/>
            <pc:sldMk cId="2675568328" sldId="272"/>
            <ac:spMk id="3" creationId="{CCC22364-230C-CA60-2F57-D8C9BE7393B2}"/>
          </ac:spMkLst>
        </pc:spChg>
      </pc:sldChg>
      <pc:sldChg chg="delSp modSp new mod">
        <pc:chgData name="Ankita koundal" userId="74893855e0be4fbf" providerId="LiveId" clId="{7F8A0276-3AF3-4FFC-926F-EFEA70CEAF2B}" dt="2026-02-21T05:10:43.096" v="4768" actId="20577"/>
        <pc:sldMkLst>
          <pc:docMk/>
          <pc:sldMk cId="584591536" sldId="273"/>
        </pc:sldMkLst>
        <pc:spChg chg="del">
          <ac:chgData name="Ankita koundal" userId="74893855e0be4fbf" providerId="LiveId" clId="{7F8A0276-3AF3-4FFC-926F-EFEA70CEAF2B}" dt="2026-02-21T04:58:12.429" v="4716" actId="21"/>
          <ac:spMkLst>
            <pc:docMk/>
            <pc:sldMk cId="584591536" sldId="273"/>
            <ac:spMk id="2" creationId="{84DF95A8-3421-CE0F-64BF-934D825273F9}"/>
          </ac:spMkLst>
        </pc:spChg>
        <pc:spChg chg="mod">
          <ac:chgData name="Ankita koundal" userId="74893855e0be4fbf" providerId="LiveId" clId="{7F8A0276-3AF3-4FFC-926F-EFEA70CEAF2B}" dt="2026-02-21T05:10:43.096" v="4768" actId="20577"/>
          <ac:spMkLst>
            <pc:docMk/>
            <pc:sldMk cId="584591536" sldId="273"/>
            <ac:spMk id="3" creationId="{2B588B33-C320-0558-5130-6AB35A384E8E}"/>
          </ac:spMkLst>
        </pc:spChg>
      </pc:sldChg>
      <pc:sldChg chg="delSp modSp new mod">
        <pc:chgData name="Ankita koundal" userId="74893855e0be4fbf" providerId="LiveId" clId="{7F8A0276-3AF3-4FFC-926F-EFEA70CEAF2B}" dt="2026-02-21T05:23:54.422" v="5083" actId="255"/>
        <pc:sldMkLst>
          <pc:docMk/>
          <pc:sldMk cId="3853011628" sldId="274"/>
        </pc:sldMkLst>
        <pc:spChg chg="del">
          <ac:chgData name="Ankita koundal" userId="74893855e0be4fbf" providerId="LiveId" clId="{7F8A0276-3AF3-4FFC-926F-EFEA70CEAF2B}" dt="2026-02-21T05:10:58.973" v="4770" actId="21"/>
          <ac:spMkLst>
            <pc:docMk/>
            <pc:sldMk cId="3853011628" sldId="274"/>
            <ac:spMk id="2" creationId="{EDCB429C-4BD5-ACA4-96A9-D33EDA68BA0C}"/>
          </ac:spMkLst>
        </pc:spChg>
        <pc:spChg chg="mod">
          <ac:chgData name="Ankita koundal" userId="74893855e0be4fbf" providerId="LiveId" clId="{7F8A0276-3AF3-4FFC-926F-EFEA70CEAF2B}" dt="2026-02-21T05:23:54.422" v="5083" actId="255"/>
          <ac:spMkLst>
            <pc:docMk/>
            <pc:sldMk cId="3853011628" sldId="274"/>
            <ac:spMk id="3" creationId="{E16EC8AE-5A5D-49B1-9BD2-C71474C6FBC7}"/>
          </ac:spMkLst>
        </pc:spChg>
      </pc:sldChg>
      <pc:sldChg chg="delSp modSp new mod">
        <pc:chgData name="Ankita koundal" userId="74893855e0be4fbf" providerId="LiveId" clId="{7F8A0276-3AF3-4FFC-926F-EFEA70CEAF2B}" dt="2026-02-21T05:26:38.966" v="5184" actId="20577"/>
        <pc:sldMkLst>
          <pc:docMk/>
          <pc:sldMk cId="551376019" sldId="275"/>
        </pc:sldMkLst>
        <pc:spChg chg="del mod">
          <ac:chgData name="Ankita koundal" userId="74893855e0be4fbf" providerId="LiveId" clId="{7F8A0276-3AF3-4FFC-926F-EFEA70CEAF2B}" dt="2026-02-21T05:18:53.979" v="4856" actId="21"/>
          <ac:spMkLst>
            <pc:docMk/>
            <pc:sldMk cId="551376019" sldId="275"/>
            <ac:spMk id="2" creationId="{C9D95CD3-109C-76F9-5D52-6DFBE70FD3A3}"/>
          </ac:spMkLst>
        </pc:spChg>
        <pc:spChg chg="mod">
          <ac:chgData name="Ankita koundal" userId="74893855e0be4fbf" providerId="LiveId" clId="{7F8A0276-3AF3-4FFC-926F-EFEA70CEAF2B}" dt="2026-02-21T05:26:38.966" v="5184" actId="20577"/>
          <ac:spMkLst>
            <pc:docMk/>
            <pc:sldMk cId="551376019" sldId="275"/>
            <ac:spMk id="3" creationId="{96D5EEBF-8C9A-0A60-5D5C-FB2B478AC1D8}"/>
          </ac:spMkLst>
        </pc:spChg>
      </pc:sldChg>
      <pc:sldChg chg="addSp delSp modSp new mod">
        <pc:chgData name="Ankita koundal" userId="74893855e0be4fbf" providerId="LiveId" clId="{7F8A0276-3AF3-4FFC-926F-EFEA70CEAF2B}" dt="2026-02-21T05:34:11.060" v="5254" actId="20577"/>
        <pc:sldMkLst>
          <pc:docMk/>
          <pc:sldMk cId="3479377230" sldId="276"/>
        </pc:sldMkLst>
        <pc:spChg chg="del">
          <ac:chgData name="Ankita koundal" userId="74893855e0be4fbf" providerId="LiveId" clId="{7F8A0276-3AF3-4FFC-926F-EFEA70CEAF2B}" dt="2026-02-21T05:27:19.158" v="5186" actId="21"/>
          <ac:spMkLst>
            <pc:docMk/>
            <pc:sldMk cId="3479377230" sldId="276"/>
            <ac:spMk id="2" creationId="{1E0F21BC-C047-A548-ACAD-A36B338F4B80}"/>
          </ac:spMkLst>
        </pc:spChg>
        <pc:spChg chg="del mod">
          <ac:chgData name="Ankita koundal" userId="74893855e0be4fbf" providerId="LiveId" clId="{7F8A0276-3AF3-4FFC-926F-EFEA70CEAF2B}" dt="2026-02-21T05:27:52.454" v="5191"/>
          <ac:spMkLst>
            <pc:docMk/>
            <pc:sldMk cId="3479377230" sldId="276"/>
            <ac:spMk id="3" creationId="{BBFE2233-C07B-0614-1C46-F07352AEABEA}"/>
          </ac:spMkLst>
        </pc:spChg>
        <pc:spChg chg="add del mod">
          <ac:chgData name="Ankita koundal" userId="74893855e0be4fbf" providerId="LiveId" clId="{7F8A0276-3AF3-4FFC-926F-EFEA70CEAF2B}" dt="2026-02-21T05:28:36.450" v="5199" actId="21"/>
          <ac:spMkLst>
            <pc:docMk/>
            <pc:sldMk cId="3479377230" sldId="276"/>
            <ac:spMk id="5" creationId="{7268B7CC-1C33-6817-B582-A66F6CC07D33}"/>
          </ac:spMkLst>
        </pc:spChg>
        <pc:spChg chg="add mod">
          <ac:chgData name="Ankita koundal" userId="74893855e0be4fbf" providerId="LiveId" clId="{7F8A0276-3AF3-4FFC-926F-EFEA70CEAF2B}" dt="2026-02-21T05:34:11.060" v="5254" actId="20577"/>
          <ac:spMkLst>
            <pc:docMk/>
            <pc:sldMk cId="3479377230" sldId="276"/>
            <ac:spMk id="6" creationId="{F3FA9F70-48A1-B53E-6CFE-1AF15E26083C}"/>
          </ac:spMkLst>
        </pc:spChg>
        <pc:graphicFrameChg chg="add del mod">
          <ac:chgData name="Ankita koundal" userId="74893855e0be4fbf" providerId="LiveId" clId="{7F8A0276-3AF3-4FFC-926F-EFEA70CEAF2B}" dt="2026-02-21T05:28:36.450" v="5199" actId="21"/>
          <ac:graphicFrameMkLst>
            <pc:docMk/>
            <pc:sldMk cId="3479377230" sldId="276"/>
            <ac:graphicFrameMk id="4" creationId="{21139A1B-7B32-6DA7-DA8F-BF01A6713DF8}"/>
          </ac:graphicFrameMkLst>
        </pc:graphicFrameChg>
        <pc:graphicFrameChg chg="add mod modGraphic">
          <ac:chgData name="Ankita koundal" userId="74893855e0be4fbf" providerId="LiveId" clId="{7F8A0276-3AF3-4FFC-926F-EFEA70CEAF2B}" dt="2026-02-21T05:31:08.271" v="5226" actId="20577"/>
          <ac:graphicFrameMkLst>
            <pc:docMk/>
            <pc:sldMk cId="3479377230" sldId="276"/>
            <ac:graphicFrameMk id="7" creationId="{92A33C1E-08F9-FB91-5BD5-2BBF49030E8B}"/>
          </ac:graphicFrameMkLst>
        </pc:graphicFrameChg>
        <pc:graphicFrameChg chg="add mod modGraphic">
          <ac:chgData name="Ankita koundal" userId="74893855e0be4fbf" providerId="LiveId" clId="{7F8A0276-3AF3-4FFC-926F-EFEA70CEAF2B}" dt="2026-02-21T05:34:00.352" v="5251" actId="12385"/>
          <ac:graphicFrameMkLst>
            <pc:docMk/>
            <pc:sldMk cId="3479377230" sldId="276"/>
            <ac:graphicFrameMk id="8" creationId="{E73CE70B-A4FF-4EF9-E4D9-29CC4562AD00}"/>
          </ac:graphicFrameMkLst>
        </pc:graphicFrameChg>
      </pc:sldChg>
      <pc:sldChg chg="delSp modSp new mod">
        <pc:chgData name="Ankita koundal" userId="74893855e0be4fbf" providerId="LiveId" clId="{7F8A0276-3AF3-4FFC-926F-EFEA70CEAF2B}" dt="2026-02-21T05:42:50.781" v="5529" actId="115"/>
        <pc:sldMkLst>
          <pc:docMk/>
          <pc:sldMk cId="4147901200" sldId="277"/>
        </pc:sldMkLst>
        <pc:spChg chg="del">
          <ac:chgData name="Ankita koundal" userId="74893855e0be4fbf" providerId="LiveId" clId="{7F8A0276-3AF3-4FFC-926F-EFEA70CEAF2B}" dt="2026-02-21T05:34:39.555" v="5256" actId="21"/>
          <ac:spMkLst>
            <pc:docMk/>
            <pc:sldMk cId="4147901200" sldId="277"/>
            <ac:spMk id="2" creationId="{FA27A90A-EAF0-15D3-6901-CE35775A4D63}"/>
          </ac:spMkLst>
        </pc:spChg>
        <pc:spChg chg="mod">
          <ac:chgData name="Ankita koundal" userId="74893855e0be4fbf" providerId="LiveId" clId="{7F8A0276-3AF3-4FFC-926F-EFEA70CEAF2B}" dt="2026-02-21T05:42:50.781" v="5529" actId="115"/>
          <ac:spMkLst>
            <pc:docMk/>
            <pc:sldMk cId="4147901200" sldId="277"/>
            <ac:spMk id="3" creationId="{BDFED7C3-B00E-0A19-FACB-380EEF235B84}"/>
          </ac:spMkLst>
        </pc:spChg>
      </pc:sldChg>
      <pc:sldChg chg="delSp modSp new mod">
        <pc:chgData name="Ankita koundal" userId="74893855e0be4fbf" providerId="LiveId" clId="{7F8A0276-3AF3-4FFC-926F-EFEA70CEAF2B}" dt="2026-02-21T05:44:24.368" v="5543" actId="5793"/>
        <pc:sldMkLst>
          <pc:docMk/>
          <pc:sldMk cId="405240011" sldId="278"/>
        </pc:sldMkLst>
        <pc:spChg chg="del">
          <ac:chgData name="Ankita koundal" userId="74893855e0be4fbf" providerId="LiveId" clId="{7F8A0276-3AF3-4FFC-926F-EFEA70CEAF2B}" dt="2026-02-21T05:36:00.841" v="5265" actId="21"/>
          <ac:spMkLst>
            <pc:docMk/>
            <pc:sldMk cId="405240011" sldId="278"/>
            <ac:spMk id="2" creationId="{9F884D93-81A8-71A6-2D2D-B6AE207996C8}"/>
          </ac:spMkLst>
        </pc:spChg>
        <pc:spChg chg="mod">
          <ac:chgData name="Ankita koundal" userId="74893855e0be4fbf" providerId="LiveId" clId="{7F8A0276-3AF3-4FFC-926F-EFEA70CEAF2B}" dt="2026-02-21T05:44:24.368" v="5543" actId="5793"/>
          <ac:spMkLst>
            <pc:docMk/>
            <pc:sldMk cId="405240011" sldId="278"/>
            <ac:spMk id="3" creationId="{F00F5FB1-B07C-DE01-6774-652EB4E6B239}"/>
          </ac:spMkLst>
        </pc:spChg>
      </pc:sldChg>
      <pc:sldChg chg="delSp modSp new mod">
        <pc:chgData name="Ankita koundal" userId="74893855e0be4fbf" providerId="LiveId" clId="{7F8A0276-3AF3-4FFC-926F-EFEA70CEAF2B}" dt="2026-02-21T06:50:50.055" v="5551" actId="14100"/>
        <pc:sldMkLst>
          <pc:docMk/>
          <pc:sldMk cId="2411529012" sldId="279"/>
        </pc:sldMkLst>
        <pc:spChg chg="del">
          <ac:chgData name="Ankita koundal" userId="74893855e0be4fbf" providerId="LiveId" clId="{7F8A0276-3AF3-4FFC-926F-EFEA70CEAF2B}" dt="2026-02-21T06:50:31" v="5547" actId="21"/>
          <ac:spMkLst>
            <pc:docMk/>
            <pc:sldMk cId="2411529012" sldId="279"/>
            <ac:spMk id="2" creationId="{BE66090B-38E4-A7AA-A200-803032B1B7C0}"/>
          </ac:spMkLst>
        </pc:spChg>
        <pc:spChg chg="mod">
          <ac:chgData name="Ankita koundal" userId="74893855e0be4fbf" providerId="LiveId" clId="{7F8A0276-3AF3-4FFC-926F-EFEA70CEAF2B}" dt="2026-02-21T06:50:50.055" v="5551" actId="14100"/>
          <ac:spMkLst>
            <pc:docMk/>
            <pc:sldMk cId="2411529012" sldId="279"/>
            <ac:spMk id="3" creationId="{E2487740-8B0A-CC69-2BCE-566CC9FB606F}"/>
          </ac:spMkLst>
        </pc:spChg>
      </pc:sldChg>
      <pc:sldChg chg="new del">
        <pc:chgData name="Ankita koundal" userId="74893855e0be4fbf" providerId="LiveId" clId="{7F8A0276-3AF3-4FFC-926F-EFEA70CEAF2B}" dt="2026-02-21T05:45:12.787" v="5545" actId="2696"/>
        <pc:sldMkLst>
          <pc:docMk/>
          <pc:sldMk cId="3255004053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D2B7F-5E6B-443D-A14F-C93B2371EFAC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D9528-34AB-4466-BD02-F2A88DDB0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38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D9528-34AB-4466-BD02-F2A88DDB0D9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49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D9528-34AB-4466-BD02-F2A88DDB0D9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2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764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5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17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04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575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947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02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71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72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226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95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015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48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524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21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515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352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49710-D21F-4FC4-93C6-87A824285966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C38-953C-433D-8302-07946AF47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0627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626036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36EA-4E43-EAA6-8113-715DD65CA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438" y="1497204"/>
            <a:ext cx="11375520" cy="1788606"/>
          </a:xfrm>
        </p:spPr>
        <p:txBody>
          <a:bodyPr>
            <a:normAutofit/>
          </a:bodyPr>
          <a:lstStyle/>
          <a:p>
            <a:r>
              <a:rPr lang="en-US" sz="6700" b="1" dirty="0">
                <a:latin typeface="Berlin Sans FB Demi" panose="020E0802020502020306" pitchFamily="34" charset="0"/>
              </a:rPr>
              <a:t> </a:t>
            </a:r>
            <a:r>
              <a:rPr lang="en-US" sz="5300" b="1" dirty="0">
                <a:latin typeface="Arial Black" panose="020B0A04020102020204" pitchFamily="34" charset="0"/>
              </a:rPr>
              <a:t>Minerva   </a:t>
            </a:r>
            <a:r>
              <a:rPr lang="en-US" sz="5300" dirty="0">
                <a:latin typeface="Arial Black" panose="020B0A04020102020204" pitchFamily="34" charset="0"/>
              </a:rPr>
              <a:t>college      of                   </a:t>
            </a:r>
            <a:br>
              <a:rPr lang="en-US" sz="5300" dirty="0">
                <a:latin typeface="Arial Black" panose="020B0A04020102020204" pitchFamily="34" charset="0"/>
              </a:rPr>
            </a:br>
            <a:r>
              <a:rPr lang="en-US" sz="5300" dirty="0">
                <a:latin typeface="Arial Black" panose="020B0A04020102020204" pitchFamily="34" charset="0"/>
              </a:rPr>
              <a:t>         education   INDORA   </a:t>
            </a:r>
            <a:endParaRPr lang="en-IN" sz="53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E08BC-51D0-90DB-8436-05985DC80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90" y="3285810"/>
            <a:ext cx="12191999" cy="3798278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14400" dirty="0">
                <a:solidFill>
                  <a:srgbClr val="FFFFFF"/>
                </a:solidFill>
                <a:latin typeface="Bahnschrift SemiBold SemiConden" panose="020B0502040204020203" pitchFamily="34" charset="0"/>
              </a:rPr>
              <a:t>                                </a:t>
            </a:r>
            <a:r>
              <a:rPr lang="en-US" sz="14400" dirty="0">
                <a:solidFill>
                  <a:srgbClr val="FFFFFF"/>
                </a:solidFill>
                <a:highlight>
                  <a:srgbClr val="008080"/>
                </a:highlight>
                <a:latin typeface="Bahnschrift SemiBold SemiConden" panose="020B0502040204020203" pitchFamily="34" charset="0"/>
              </a:rPr>
              <a:t>  </a:t>
            </a:r>
            <a:r>
              <a:rPr lang="en-US" sz="17600" b="1" u="sng" dirty="0">
                <a:highlight>
                  <a:srgbClr val="008080"/>
                </a:highlight>
                <a:latin typeface="Arial Rounded MT Bold" panose="020F0704030504030204" pitchFamily="34" charset="0"/>
              </a:rPr>
              <a:t>Presentation on </a:t>
            </a:r>
            <a:r>
              <a:rPr lang="en-US" sz="17600" b="1" dirty="0">
                <a:highlight>
                  <a:srgbClr val="008080"/>
                </a:highlight>
                <a:latin typeface="Arial Rounded MT Bold" panose="020F0704030504030204" pitchFamily="34" charset="0"/>
              </a:rPr>
              <a:t>: </a:t>
            </a:r>
          </a:p>
          <a:p>
            <a:pPr algn="just"/>
            <a:r>
              <a:rPr lang="en-US" sz="17600" dirty="0">
                <a:solidFill>
                  <a:schemeClr val="tx2">
                    <a:lumMod val="75000"/>
                  </a:schemeClr>
                </a:solidFill>
                <a:latin typeface="Bahnschrift SemiBold SemiConden" panose="020B0502040204020203" pitchFamily="34" charset="0"/>
              </a:rPr>
              <a:t>          Relational Algebra  and Relational Calculus</a:t>
            </a:r>
          </a:p>
          <a:p>
            <a:pPr algn="just"/>
            <a:r>
              <a:rPr lang="en-US" sz="17600" dirty="0">
                <a:solidFill>
                  <a:srgbClr val="FFFFFF"/>
                </a:solidFill>
                <a:latin typeface="Bahnschrift SemiBold SemiConden" panose="020B0502040204020203" pitchFamily="34" charset="0"/>
              </a:rPr>
              <a:t>                 </a:t>
            </a:r>
            <a:r>
              <a:rPr lang="en-US" sz="12800" dirty="0">
                <a:solidFill>
                  <a:srgbClr val="FFFFFF"/>
                </a:solidFill>
                <a:latin typeface="Bahnschrift SemiBold SemiConden" panose="020B0502040204020203" pitchFamily="34" charset="0"/>
              </a:rPr>
              <a:t>SUBMITTED BY : ANKITA KOUNDAL</a:t>
            </a:r>
          </a:p>
          <a:p>
            <a:pPr algn="just"/>
            <a:r>
              <a:rPr lang="en-US" sz="12800" dirty="0">
                <a:solidFill>
                  <a:srgbClr val="FFFFFF"/>
                </a:solidFill>
                <a:latin typeface="Bahnschrift SemiBold SemiConden" panose="020B0502040204020203" pitchFamily="34" charset="0"/>
              </a:rPr>
              <a:t>                         ROLL NO.    :   250008</a:t>
            </a:r>
          </a:p>
          <a:p>
            <a:pPr algn="just"/>
            <a:r>
              <a:rPr lang="en-US" sz="12800" dirty="0">
                <a:solidFill>
                  <a:srgbClr val="FFFFFF"/>
                </a:solidFill>
                <a:latin typeface="Bahnschrift SemiBold SemiConden" panose="020B0502040204020203" pitchFamily="34" charset="0"/>
              </a:rPr>
              <a:t>                        SUBMITTED TO  : MISS AMRIT KAUR</a:t>
            </a:r>
          </a:p>
          <a:p>
            <a:pPr algn="just"/>
            <a:endParaRPr lang="en-US" sz="7600" dirty="0">
              <a:solidFill>
                <a:srgbClr val="FFFFFF"/>
              </a:solidFill>
              <a:latin typeface="Bahnschrift SemiBold SemiConden" panose="020B0502040204020203" pitchFamily="34" charset="0"/>
            </a:endParaRPr>
          </a:p>
          <a:p>
            <a:pPr algn="just"/>
            <a:endParaRPr lang="en-US" sz="7600" dirty="0">
              <a:solidFill>
                <a:srgbClr val="FFFFFF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02E2F-AA5B-36C8-6BE9-B402C655A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580" y="128592"/>
            <a:ext cx="2341266" cy="136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1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14CF88C-76F7-F78D-8332-2D3B4CDF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96" y="1"/>
            <a:ext cx="3821723" cy="972178"/>
          </a:xfrm>
        </p:spPr>
        <p:txBody>
          <a:bodyPr>
            <a:noAutofit/>
          </a:bodyPr>
          <a:lstStyle/>
          <a:p>
            <a:r>
              <a:rPr lang="en-US" sz="4000" u="sng" dirty="0">
                <a:latin typeface="Arial Rounded MT Bold" panose="020F0704030504030204" pitchFamily="34" charset="0"/>
              </a:rPr>
              <a:t>            </a:t>
            </a:r>
            <a:r>
              <a:rPr lang="en-US" sz="4000" u="sng" dirty="0">
                <a:highlight>
                  <a:srgbClr val="008080"/>
                </a:highlight>
                <a:latin typeface="Arial Rounded MT Bold" panose="020F0704030504030204" pitchFamily="34" charset="0"/>
              </a:rPr>
              <a:t>Content </a:t>
            </a:r>
            <a:r>
              <a:rPr lang="en-US" sz="4000" dirty="0">
                <a:highlight>
                  <a:srgbClr val="008080"/>
                </a:highlight>
                <a:latin typeface="Arial Rounded MT Bold" panose="020F0704030504030204" pitchFamily="34" charset="0"/>
              </a:rPr>
              <a:t>:- </a:t>
            </a:r>
            <a:endParaRPr lang="en-IN" sz="4000" dirty="0">
              <a:highlight>
                <a:srgbClr val="008080"/>
              </a:highlight>
              <a:latin typeface="Arial Rounded MT Bold" panose="020F07040305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45E50-44CB-39E1-5DF2-28C981072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141804" y="1467059"/>
            <a:ext cx="2837343" cy="621261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0B77BC5-0918-E63C-CE3D-B5F5CB6D75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896" y="1321358"/>
            <a:ext cx="4528098" cy="5139731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7BF23F-7DA8-F13B-84AF-470DB0D40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1730" y="0"/>
            <a:ext cx="3737628" cy="648119"/>
          </a:xfrm>
        </p:spPr>
        <p:txBody>
          <a:bodyPr>
            <a:normAutofit/>
          </a:bodyPr>
          <a:lstStyle/>
          <a:p>
            <a:r>
              <a:rPr lang="en-US" sz="3200" b="1" u="sng" dirty="0">
                <a:latin typeface="Berlin Sans FB Demi" panose="020E0802020502020306" pitchFamily="34" charset="0"/>
              </a:rPr>
              <a:t>Relational algebra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5E346-3B9D-2F1E-5574-E296528186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34709" y="648119"/>
            <a:ext cx="7194618" cy="6209881"/>
          </a:xfrm>
        </p:spPr>
        <p:txBody>
          <a:bodyPr>
            <a:normAutofit fontScale="25000" lnSpcReduction="20000"/>
          </a:bodyPr>
          <a:lstStyle/>
          <a:p>
            <a:pPr lvl="1" algn="just">
              <a:buFont typeface="Wingdings" panose="05000000000000000000" pitchFamily="2" charset="2"/>
              <a:buChar char="v"/>
            </a:pPr>
            <a:r>
              <a:rPr lang="en-IN" sz="5600" b="1" dirty="0"/>
              <a:t>Introduction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5600" b="1" dirty="0"/>
              <a:t>Basic operations of relational algebra 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sz="5600" b="1" dirty="0"/>
              <a:t>Unary operations</a:t>
            </a:r>
          </a:p>
          <a:p>
            <a:pPr marL="1885950" lvl="3" indent="-514350">
              <a:buFont typeface="+mj-lt"/>
              <a:buAutoNum type="arabicPeriod"/>
            </a:pPr>
            <a:r>
              <a:rPr lang="en-IN" sz="5600" b="1" dirty="0"/>
              <a:t>Selection</a:t>
            </a:r>
          </a:p>
          <a:p>
            <a:pPr marL="1885950" lvl="3" indent="-514350">
              <a:buFont typeface="+mj-lt"/>
              <a:buAutoNum type="arabicPeriod"/>
            </a:pPr>
            <a:r>
              <a:rPr lang="en-IN" sz="5600" b="1" dirty="0"/>
              <a:t>Projection</a:t>
            </a:r>
          </a:p>
          <a:p>
            <a:pPr marL="1885950" lvl="3" indent="-514350">
              <a:buFont typeface="+mj-lt"/>
              <a:buAutoNum type="arabicPeriod"/>
            </a:pPr>
            <a:r>
              <a:rPr lang="en-IN" sz="5600" b="1" dirty="0"/>
              <a:t>Rename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5600" b="1" dirty="0"/>
              <a:t>Binary operations </a:t>
            </a:r>
          </a:p>
          <a:p>
            <a:pPr marL="1885950" lvl="3" indent="-514350">
              <a:buFont typeface="+mj-lt"/>
              <a:buAutoNum type="arabicPeriod"/>
            </a:pPr>
            <a:r>
              <a:rPr lang="en-IN" sz="5600" b="1" dirty="0"/>
              <a:t>Union</a:t>
            </a:r>
          </a:p>
          <a:p>
            <a:pPr marL="1885950" lvl="3" indent="-514350">
              <a:buFont typeface="+mj-lt"/>
              <a:buAutoNum type="arabicPeriod"/>
            </a:pPr>
            <a:r>
              <a:rPr lang="en-IN" sz="5600" b="1" dirty="0"/>
              <a:t>Cartesian product</a:t>
            </a:r>
          </a:p>
          <a:p>
            <a:pPr marL="1885950" lvl="3" indent="-514350">
              <a:buFont typeface="+mj-lt"/>
              <a:buAutoNum type="arabicPeriod"/>
            </a:pPr>
            <a:r>
              <a:rPr lang="en-IN" sz="5600" b="1" dirty="0"/>
              <a:t>Set difference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5600" b="1" dirty="0"/>
              <a:t> Extended / Derived operations :</a:t>
            </a:r>
          </a:p>
          <a:p>
            <a:pPr marL="1657350" lvl="2" indent="-742950">
              <a:buFont typeface="+mj-lt"/>
              <a:buAutoNum type="arabicPeriod"/>
            </a:pPr>
            <a:r>
              <a:rPr lang="en-IN" sz="5600" b="1" dirty="0"/>
              <a:t>join</a:t>
            </a:r>
          </a:p>
          <a:p>
            <a:pPr marL="1657350" lvl="2" indent="-742950">
              <a:buFont typeface="+mj-lt"/>
              <a:buAutoNum type="arabicPeriod"/>
            </a:pPr>
            <a:r>
              <a:rPr lang="en-IN" sz="5600" b="1" dirty="0"/>
              <a:t>Division</a:t>
            </a:r>
          </a:p>
          <a:p>
            <a:pPr marL="1657350" lvl="2" indent="-742950">
              <a:buFont typeface="+mj-lt"/>
              <a:buAutoNum type="arabicPeriod"/>
            </a:pPr>
            <a:r>
              <a:rPr lang="en-IN" sz="5600" b="1" dirty="0"/>
              <a:t>  Intersection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5600" b="1" dirty="0"/>
              <a:t>Advantages and disadvantages of relational algebra</a:t>
            </a:r>
          </a:p>
          <a:p>
            <a:pPr marL="457200" lvl="1" indent="0">
              <a:buNone/>
            </a:pPr>
            <a:r>
              <a:rPr lang="en-IN" sz="9600" b="1" u="sng" dirty="0">
                <a:latin typeface="Arial Black" panose="020B0A04020102020204" pitchFamily="34" charset="0"/>
              </a:rPr>
              <a:t>   Relational calculus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5600" dirty="0">
                <a:latin typeface="Arial Rounded MT Bold" panose="020F0704030504030204" pitchFamily="34" charset="0"/>
              </a:rPr>
              <a:t> Definition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5600" dirty="0">
                <a:latin typeface="Arial Rounded MT Bold" panose="020F0704030504030204" pitchFamily="34" charset="0"/>
              </a:rPr>
              <a:t>Types of Relational calculus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IN" sz="5600" dirty="0">
                <a:latin typeface="Arial Rounded MT Bold" panose="020F0704030504030204" pitchFamily="34" charset="0"/>
              </a:rPr>
              <a:t>Tuple relational calculus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IN" sz="5600" dirty="0">
                <a:latin typeface="Arial Rounded MT Bold" panose="020F0704030504030204" pitchFamily="34" charset="0"/>
              </a:rPr>
              <a:t>Domain relational calculus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5600" dirty="0">
                <a:latin typeface="Arial Rounded MT Bold" panose="020F0704030504030204" pitchFamily="34" charset="0"/>
              </a:rPr>
              <a:t>Advantages and disadvantages of relational calculus</a:t>
            </a:r>
          </a:p>
          <a:p>
            <a:pPr marL="971550" lvl="1" indent="-514350">
              <a:buFont typeface="+mj-lt"/>
              <a:buAutoNum type="alphaLcParenR"/>
            </a:pPr>
            <a:endParaRPr lang="en-IN" sz="5600" dirty="0">
              <a:latin typeface="Arial Black" panose="020B0A04020102020204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IN" sz="5600" dirty="0">
              <a:latin typeface="Arial Black" panose="020B0A04020102020204" pitchFamily="34" charset="0"/>
            </a:endParaRPr>
          </a:p>
          <a:p>
            <a:pPr marL="457200" lvl="1" indent="0">
              <a:buNone/>
            </a:pPr>
            <a:endParaRPr lang="en-IN" sz="5800" b="1" u="s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944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EFBD-24AD-380C-BAA0-A1FD7F5DB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789" y="-120580"/>
            <a:ext cx="10319656" cy="1364837"/>
          </a:xfrm>
        </p:spPr>
        <p:txBody>
          <a:bodyPr>
            <a:normAutofit/>
          </a:bodyPr>
          <a:lstStyle/>
          <a:p>
            <a:r>
              <a:rPr lang="en-US" sz="5400" u="sng" dirty="0">
                <a:highlight>
                  <a:srgbClr val="008080"/>
                </a:highlight>
              </a:rPr>
              <a:t>Introduction</a:t>
            </a:r>
            <a:endParaRPr lang="en-IN" sz="5400" u="sng" dirty="0">
              <a:highlight>
                <a:srgbClr val="0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753A-7441-C2AA-36F5-1C30EBA3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31" y="1133726"/>
            <a:ext cx="11756572" cy="52168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</a:rPr>
              <a:t>Relational  Algebra is a procedural query language used in DBMS  to retrieve and manipulate (control or operate ) data stored in relational databases.</a:t>
            </a:r>
          </a:p>
          <a:p>
            <a:pPr lvl="1"/>
            <a:r>
              <a:rPr lang="en-US" sz="3400" dirty="0">
                <a:latin typeface="Book Antiqua" panose="02040602050305030304" pitchFamily="18" charset="0"/>
              </a:rPr>
              <a:t> It  is   based on  set theory .</a:t>
            </a:r>
          </a:p>
          <a:p>
            <a:pPr lvl="1"/>
            <a:r>
              <a:rPr lang="en-US" sz="3400" dirty="0">
                <a:latin typeface="Book Antiqua" panose="02040602050305030304" pitchFamily="18" charset="0"/>
              </a:rPr>
              <a:t> It  works on  relations (tables).</a:t>
            </a:r>
          </a:p>
          <a:p>
            <a:pPr lvl="1"/>
            <a:r>
              <a:rPr lang="en-US" sz="3400" dirty="0">
                <a:latin typeface="Book Antiqua" panose="02040602050305030304" pitchFamily="18" charset="0"/>
              </a:rPr>
              <a:t>It  tells  how  to  get  the  result (step by step procedure). </a:t>
            </a:r>
          </a:p>
          <a:p>
            <a:pPr marL="457200" lvl="1" indent="0">
              <a:buNone/>
            </a:pPr>
            <a:r>
              <a:rPr lang="en-IN" sz="3400" dirty="0">
                <a:latin typeface="Book Antiqua" panose="02040602050305030304" pitchFamily="18" charset="0"/>
              </a:rPr>
              <a:t>It  was proposed by E.F. Codd in 1970 along with the relational  model .</a:t>
            </a:r>
            <a:endParaRPr lang="en-US" sz="3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51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6929CD-08E2-CA12-5F95-481D0FB5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90920"/>
            <a:ext cx="10440841" cy="1436913"/>
          </a:xfrm>
        </p:spPr>
        <p:txBody>
          <a:bodyPr>
            <a:normAutofit/>
          </a:bodyPr>
          <a:lstStyle/>
          <a:p>
            <a:r>
              <a:rPr lang="en-US" sz="4900" u="sng" dirty="0">
                <a:highlight>
                  <a:srgbClr val="008080"/>
                </a:highlight>
              </a:rPr>
              <a:t>Basics operations of relational algebra </a:t>
            </a:r>
            <a:endParaRPr lang="en-IN" sz="6000" u="sng" dirty="0">
              <a:highlight>
                <a:srgbClr val="008080"/>
              </a:highlight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CA840EF-DFEB-28D8-7A3E-430FEA31B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98655"/>
            <a:ext cx="10983453" cy="467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9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72E82-7ABE-6EC6-0867-4C0515E9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400" u="sng" dirty="0">
                <a:highlight>
                  <a:srgbClr val="008080"/>
                </a:highlight>
              </a:rPr>
              <a:t>Operations </a:t>
            </a:r>
            <a:r>
              <a:rPr lang="en-US" sz="5400" u="sng" dirty="0"/>
              <a:t>:-</a:t>
            </a:r>
            <a:endParaRPr lang="en-IN" sz="54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4AA8F-2F90-2ADF-AA83-38D634982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08703"/>
            <a:ext cx="10353762" cy="4783016"/>
          </a:xfrm>
        </p:spPr>
        <p:txBody>
          <a:bodyPr>
            <a:normAutofit fontScale="92500"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Relational Algebra is a </a:t>
            </a:r>
            <a:r>
              <a:rPr lang="en-US" sz="3600" b="1" dirty="0">
                <a:latin typeface="Book Antiqua" panose="02040602050305030304" pitchFamily="18" charset="0"/>
              </a:rPr>
              <a:t>procedural query language</a:t>
            </a:r>
            <a:r>
              <a:rPr lang="en-US" sz="3600" dirty="0">
                <a:latin typeface="Book Antiqua" panose="02040602050305030304" pitchFamily="18" charset="0"/>
              </a:rPr>
              <a:t> used to retrieve data from relational databases. It works on </a:t>
            </a:r>
            <a:r>
              <a:rPr lang="en-US" sz="3600" b="1" dirty="0">
                <a:latin typeface="Book Antiqua" panose="02040602050305030304" pitchFamily="18" charset="0"/>
              </a:rPr>
              <a:t>relations (tables)</a:t>
            </a:r>
            <a:r>
              <a:rPr lang="en-US" sz="3600" dirty="0">
                <a:latin typeface="Book Antiqua" panose="02040602050305030304" pitchFamily="18" charset="0"/>
              </a:rPr>
              <a:t> and produces a new relation as result.</a:t>
            </a:r>
          </a:p>
          <a:p>
            <a:r>
              <a:rPr lang="en-US" sz="3100" dirty="0">
                <a:latin typeface="Book Antiqua" panose="02040602050305030304" pitchFamily="18" charset="0"/>
              </a:rPr>
              <a:t>Operations in Relational Algebra are mainly divided into: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100" b="1" dirty="0">
                <a:latin typeface="Book Antiqua" panose="02040602050305030304" pitchFamily="18" charset="0"/>
              </a:rPr>
              <a:t>Unary Operations (Single relation required)</a:t>
            </a:r>
            <a:endParaRPr lang="en-US" sz="3100" dirty="0">
              <a:latin typeface="Book Antiqua" panose="0204060205030503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100" b="1" dirty="0">
                <a:latin typeface="Book Antiqua" panose="02040602050305030304" pitchFamily="18" charset="0"/>
              </a:rPr>
              <a:t>Binary Operations (Two relations required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57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7B9B0A-45F8-5E3C-24E2-9CB9D3428AB9}"/>
              </a:ext>
            </a:extLst>
          </p:cNvPr>
          <p:cNvSpPr/>
          <p:nvPr/>
        </p:nvSpPr>
        <p:spPr>
          <a:xfrm>
            <a:off x="1135464" y="3974184"/>
            <a:ext cx="3928906" cy="20347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Unary operation </a:t>
            </a:r>
            <a:endParaRPr lang="en-IN" sz="4800" dirty="0"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954D8-355D-9738-EDF0-66C395B6ADA6}"/>
              </a:ext>
            </a:extLst>
          </p:cNvPr>
          <p:cNvSpPr/>
          <p:nvPr/>
        </p:nvSpPr>
        <p:spPr>
          <a:xfrm>
            <a:off x="7017098" y="3974185"/>
            <a:ext cx="4039438" cy="194429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Binary operation</a:t>
            </a:r>
            <a:endParaRPr lang="en-IN" sz="4800" dirty="0"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223D3D-4796-391C-FB4F-B851270858FF}"/>
              </a:ext>
            </a:extLst>
          </p:cNvPr>
          <p:cNvSpPr/>
          <p:nvPr/>
        </p:nvSpPr>
        <p:spPr>
          <a:xfrm>
            <a:off x="3014506" y="-90436"/>
            <a:ext cx="6042408" cy="272310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Arial Black" panose="020B0A04020102020204" pitchFamily="34" charset="0"/>
              </a:rPr>
              <a:t>Types of Basic  operations</a:t>
            </a:r>
            <a:endParaRPr lang="en-IN" sz="6000" dirty="0"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10C73A-D3DE-0FC0-B680-1148027A90A9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366198" y="2632667"/>
            <a:ext cx="2669512" cy="134151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02C609-4E87-FF8D-D31F-013646531D01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6035710" y="2632667"/>
            <a:ext cx="3001107" cy="1341518"/>
          </a:xfrm>
          <a:prstGeom prst="line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58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D7A4-94B2-CA23-0B2F-CE8BEF9D6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125415"/>
          </a:xfrm>
        </p:spPr>
        <p:txBody>
          <a:bodyPr>
            <a:normAutofit/>
          </a:bodyPr>
          <a:lstStyle/>
          <a:p>
            <a:r>
              <a:rPr lang="en-US" sz="5400" u="sng" dirty="0">
                <a:highlight>
                  <a:srgbClr val="008080"/>
                </a:highlight>
              </a:rPr>
              <a:t>Unary operations</a:t>
            </a:r>
            <a:endParaRPr lang="en-IN" sz="5400" u="sng" dirty="0">
              <a:highlight>
                <a:srgbClr val="00808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C4493-F5BC-DA7A-8535-DC4C734A5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778" y="1125416"/>
            <a:ext cx="11314444" cy="5345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>
                <a:latin typeface="Book Antiqua" panose="02040602050305030304" pitchFamily="18" charset="0"/>
              </a:rPr>
              <a:t>In Relational Algebra unary operations are those operations that are applied on only one relation (table) at a time .</a:t>
            </a:r>
          </a:p>
          <a:p>
            <a:pPr marL="0" indent="0">
              <a:buNone/>
            </a:pPr>
            <a:r>
              <a:rPr lang="en-US" sz="2800" dirty="0">
                <a:latin typeface="Book Antiqua" panose="02040602050305030304" pitchFamily="18" charset="0"/>
              </a:rPr>
              <a:t>They  do  not  require  two  relations </a:t>
            </a:r>
          </a:p>
          <a:p>
            <a:pPr marL="0" indent="0">
              <a:buNone/>
            </a:pPr>
            <a:r>
              <a:rPr lang="en-IN" sz="2800" dirty="0">
                <a:latin typeface="Book Antiqua" panose="02040602050305030304" pitchFamily="18" charset="0"/>
              </a:rPr>
              <a:t> There are mainly  three unary operations:</a:t>
            </a:r>
          </a:p>
          <a:p>
            <a:pPr marL="0" indent="0">
              <a:buNone/>
            </a:pPr>
            <a:endParaRPr lang="en-IN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E2A139-C23D-BF03-5D41-7B9DA64CEBED}"/>
              </a:ext>
            </a:extLst>
          </p:cNvPr>
          <p:cNvSpPr/>
          <p:nvPr/>
        </p:nvSpPr>
        <p:spPr>
          <a:xfrm>
            <a:off x="3255666" y="3476732"/>
            <a:ext cx="6059155" cy="122589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 Black" panose="020B0A04020102020204" pitchFamily="34" charset="0"/>
              </a:rPr>
              <a:t>Types  of unary operations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51D6CF-D9DF-33F7-77EE-2A5D9520CDF9}"/>
              </a:ext>
            </a:extLst>
          </p:cNvPr>
          <p:cNvSpPr/>
          <p:nvPr/>
        </p:nvSpPr>
        <p:spPr>
          <a:xfrm>
            <a:off x="913795" y="5566787"/>
            <a:ext cx="3005062" cy="90435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Selection </a:t>
            </a:r>
            <a:r>
              <a:rPr lang="el-GR" sz="3200" dirty="0"/>
              <a:t>σ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FC4C2F-83CA-89A6-1175-86D67C546783}"/>
              </a:ext>
            </a:extLst>
          </p:cNvPr>
          <p:cNvSpPr/>
          <p:nvPr/>
        </p:nvSpPr>
        <p:spPr>
          <a:xfrm>
            <a:off x="5134708" y="5566787"/>
            <a:ext cx="2723103" cy="101488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Projection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BD3B54-C652-9992-3CD5-67314F89ED44}"/>
              </a:ext>
            </a:extLst>
          </p:cNvPr>
          <p:cNvSpPr/>
          <p:nvPr/>
        </p:nvSpPr>
        <p:spPr>
          <a:xfrm>
            <a:off x="9234435" y="5647175"/>
            <a:ext cx="2411605" cy="101488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Rename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CC35A9-6684-6611-B9AE-C269A399FC2C}"/>
              </a:ext>
            </a:extLst>
          </p:cNvPr>
          <p:cNvCxnSpPr/>
          <p:nvPr/>
        </p:nvCxnSpPr>
        <p:spPr>
          <a:xfrm>
            <a:off x="6451042" y="4702630"/>
            <a:ext cx="0" cy="864157"/>
          </a:xfrm>
          <a:prstGeom prst="line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5400000" sy="96000" rotWithShape="0">
              <a:srgbClr val="000000">
                <a:alpha val="54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F0F9F2-B84B-1644-6880-0ECEBB2DC40C}"/>
              </a:ext>
            </a:extLst>
          </p:cNvPr>
          <p:cNvCxnSpPr/>
          <p:nvPr/>
        </p:nvCxnSpPr>
        <p:spPr>
          <a:xfrm flipH="1">
            <a:off x="3074796" y="5134708"/>
            <a:ext cx="3346101" cy="0"/>
          </a:xfrm>
          <a:prstGeom prst="line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5400000" sy="96000" rotWithShape="0">
              <a:srgbClr val="000000">
                <a:alpha val="54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8B9EC6-5738-90D7-63D3-39567A45BF20}"/>
              </a:ext>
            </a:extLst>
          </p:cNvPr>
          <p:cNvCxnSpPr/>
          <p:nvPr/>
        </p:nvCxnSpPr>
        <p:spPr>
          <a:xfrm>
            <a:off x="6531429" y="5144756"/>
            <a:ext cx="3526971" cy="0"/>
          </a:xfrm>
          <a:prstGeom prst="line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38100" dir="5400000" sy="96000" rotWithShape="0">
              <a:srgbClr val="000000">
                <a:alpha val="54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835222-80A4-5294-E8D0-3E5C5E28C727}"/>
              </a:ext>
            </a:extLst>
          </p:cNvPr>
          <p:cNvCxnSpPr>
            <a:cxnSpLocks/>
          </p:cNvCxnSpPr>
          <p:nvPr/>
        </p:nvCxnSpPr>
        <p:spPr>
          <a:xfrm flipH="1">
            <a:off x="2481943" y="5134708"/>
            <a:ext cx="904352" cy="10048"/>
          </a:xfrm>
          <a:prstGeom prst="line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38100" dir="5400000" sy="96000" rotWithShape="0">
              <a:srgbClr val="000000">
                <a:alpha val="54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0A8980B-54C7-7D9E-957C-199309BDF322}"/>
              </a:ext>
            </a:extLst>
          </p:cNvPr>
          <p:cNvCxnSpPr/>
          <p:nvPr/>
        </p:nvCxnSpPr>
        <p:spPr>
          <a:xfrm>
            <a:off x="10058400" y="5144756"/>
            <a:ext cx="0" cy="5024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38100" dir="5400000" sy="96000" rotWithShape="0">
              <a:srgbClr val="000000">
                <a:alpha val="54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49689A-EB38-EB3B-ACF4-0334826DDECB}"/>
              </a:ext>
            </a:extLst>
          </p:cNvPr>
          <p:cNvCxnSpPr>
            <a:cxnSpLocks/>
          </p:cNvCxnSpPr>
          <p:nvPr/>
        </p:nvCxnSpPr>
        <p:spPr>
          <a:xfrm>
            <a:off x="2481943" y="5144756"/>
            <a:ext cx="0" cy="422031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38100" dir="5400000" sy="96000" rotWithShape="0">
              <a:srgbClr val="000000">
                <a:alpha val="54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735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618F-2456-6DE3-A840-7E86438EF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1" cy="844061"/>
          </a:xfrm>
        </p:spPr>
        <p:txBody>
          <a:bodyPr>
            <a:normAutofit/>
          </a:bodyPr>
          <a:lstStyle/>
          <a:p>
            <a:r>
              <a:rPr lang="en-US" sz="5400" dirty="0">
                <a:highlight>
                  <a:srgbClr val="008080"/>
                </a:highlight>
                <a:latin typeface="Arial Rounded MT Bold" panose="020F0704030504030204" pitchFamily="34" charset="0"/>
              </a:rPr>
              <a:t>SELECTION OPERATION</a:t>
            </a:r>
            <a:endParaRPr lang="en-IN" sz="5400" dirty="0">
              <a:highlight>
                <a:srgbClr val="008080"/>
              </a:highlight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47B0D-F72A-0BE9-90F4-56DD5F0E7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22" y="1066801"/>
            <a:ext cx="12021178" cy="5655546"/>
          </a:xfrm>
        </p:spPr>
        <p:txBody>
          <a:bodyPr>
            <a:normAutofit fontScale="70000" lnSpcReduction="20000"/>
          </a:bodyPr>
          <a:lstStyle/>
          <a:p>
            <a:r>
              <a:rPr lang="en-US" sz="51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 Definition </a:t>
            </a:r>
            <a:r>
              <a:rPr lang="en-US" sz="40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: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>
                <a:latin typeface="Book Antiqua" panose="0204060205030503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Selection operation is a unary operation in  Relational  </a:t>
            </a:r>
          </a:p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Algebra .</a:t>
            </a:r>
          </a:p>
          <a:p>
            <a:pPr marL="0" indent="0">
              <a:buNone/>
            </a:pPr>
            <a:r>
              <a:rPr lang="en-IN" sz="3600" dirty="0">
                <a:latin typeface="Book Antiqua" panose="0204060205030503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It is used to specific tuples (rows) from a relational that satisfy a given  </a:t>
            </a:r>
          </a:p>
          <a:p>
            <a:pPr marL="0" indent="0">
              <a:buNone/>
            </a:pPr>
            <a:r>
              <a:rPr lang="en-IN" sz="3600" dirty="0">
                <a:latin typeface="Book Antiqua" panose="0204060205030503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condition.       </a:t>
            </a:r>
          </a:p>
          <a:p>
            <a:pPr marL="0" indent="0">
              <a:buNone/>
            </a:pPr>
            <a:r>
              <a:rPr lang="en-IN" sz="3600" dirty="0">
                <a:latin typeface="Book Antiqua" panose="0204060205030503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It performs horizontal filtering of data .</a:t>
            </a:r>
          </a:p>
          <a:p>
            <a:r>
              <a:rPr lang="en-IN" sz="3600" dirty="0">
                <a:latin typeface="Book Antiqua" panose="02040602050305030304" pitchFamily="18" charset="0"/>
              </a:rPr>
              <a:t> </a:t>
            </a:r>
            <a:r>
              <a:rPr lang="en-IN" sz="57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Symbol </a:t>
            </a:r>
            <a:r>
              <a:rPr lang="en-IN" sz="3600" dirty="0">
                <a:solidFill>
                  <a:schemeClr val="bg2">
                    <a:lumMod val="40000"/>
                    <a:lumOff val="60000"/>
                  </a:schemeClr>
                </a:solidFill>
                <a:latin typeface="Book Antiqua" panose="02040602050305030304" pitchFamily="18" charset="0"/>
              </a:rPr>
              <a:t>:</a:t>
            </a:r>
            <a:r>
              <a:rPr lang="en-IN" sz="3600" dirty="0">
                <a:latin typeface="Book Antiqua" panose="02040602050305030304" pitchFamily="18" charset="0"/>
              </a:rPr>
              <a:t> Selection  </a:t>
            </a:r>
            <a:r>
              <a:rPr lang="en-IN" sz="3600" dirty="0">
                <a:latin typeface="Book Antiqua" panose="02040602050305030304" pitchFamily="18" charset="0"/>
                <a:cs typeface="Arial" panose="020B0604020202020204" pitchFamily="34" charset="0"/>
              </a:rPr>
              <a:t>is represented by the Greek letter :</a:t>
            </a:r>
          </a:p>
          <a:p>
            <a:pPr marL="0" indent="0">
              <a:buNone/>
            </a:pPr>
            <a:r>
              <a:rPr lang="en-US" sz="3600" b="1" dirty="0"/>
              <a:t>                                </a:t>
            </a:r>
            <a:r>
              <a:rPr lang="el-GR" sz="4600" b="1" dirty="0">
                <a:highlight>
                  <a:srgbClr val="800080"/>
                </a:highlight>
              </a:rPr>
              <a:t>σ</a:t>
            </a:r>
            <a:r>
              <a:rPr lang="en-US" sz="4600" dirty="0">
                <a:highlight>
                  <a:srgbClr val="800080"/>
                </a:highlight>
              </a:rPr>
              <a:t>condition</a:t>
            </a:r>
            <a:r>
              <a:rPr lang="el-GR" sz="4600" b="1" dirty="0">
                <a:highlight>
                  <a:srgbClr val="800080"/>
                </a:highlight>
              </a:rPr>
              <a:t> </a:t>
            </a:r>
            <a:r>
              <a:rPr lang="en-US" sz="4600" dirty="0">
                <a:highlight>
                  <a:srgbClr val="800080"/>
                </a:highlight>
              </a:rPr>
              <a:t>(Relation)</a:t>
            </a:r>
          </a:p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</a:rPr>
              <a:t>Where :    </a:t>
            </a:r>
            <a:r>
              <a:rPr lang="el-GR" sz="3600" dirty="0">
                <a:latin typeface="Book Antiqua" panose="02040602050305030304" pitchFamily="18" charset="0"/>
              </a:rPr>
              <a:t>σ</a:t>
            </a:r>
            <a:r>
              <a:rPr lang="en-US" sz="3600" dirty="0">
                <a:latin typeface="Book Antiqua" panose="02040602050305030304" pitchFamily="18" charset="0"/>
              </a:rPr>
              <a:t>(sigma)  =  Selection operation</a:t>
            </a:r>
          </a:p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</a:rPr>
              <a:t>                 condition =  Condition to filter rows</a:t>
            </a:r>
          </a:p>
          <a:p>
            <a:pPr marL="0" indent="0">
              <a:buNone/>
            </a:pPr>
            <a:r>
              <a:rPr lang="en-US" sz="3600" dirty="0">
                <a:latin typeface="Book Antiqua" panose="02040602050305030304" pitchFamily="18" charset="0"/>
              </a:rPr>
              <a:t>                  Relation = Table name</a:t>
            </a:r>
          </a:p>
          <a:p>
            <a:pPr marL="0" indent="0">
              <a:buNone/>
            </a:pPr>
            <a:endParaRPr lang="en-US" sz="39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509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A1F4A-2232-20E7-4E61-46E01EE23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24" y="538568"/>
            <a:ext cx="11424976" cy="6319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 </a:t>
            </a:r>
            <a:r>
              <a:rPr lang="en-US" sz="40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Example </a:t>
            </a:r>
            <a:r>
              <a:rPr lang="en-US" sz="40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:-</a:t>
            </a:r>
            <a:r>
              <a:rPr lang="en-US" sz="4000" dirty="0">
                <a:latin typeface="Arial Black" panose="020B0A04020102020204" pitchFamily="34" charset="0"/>
              </a:rPr>
              <a:t>   </a:t>
            </a:r>
            <a:r>
              <a:rPr lang="en-US" sz="3600" dirty="0">
                <a:latin typeface="Book Antiqua" panose="02040602050305030304" pitchFamily="18" charset="0"/>
              </a:rPr>
              <a:t>Consider a relation : Student </a:t>
            </a:r>
            <a:endParaRPr lang="en-US" sz="40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IN" sz="3200" dirty="0">
                <a:latin typeface="Arial Black" panose="020B0A04020102020204" pitchFamily="34" charset="0"/>
              </a:rPr>
              <a:t>  </a:t>
            </a:r>
          </a:p>
          <a:p>
            <a:pPr marL="0" indent="0">
              <a:buNone/>
            </a:pPr>
            <a:endParaRPr lang="en-IN" sz="32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IN" sz="32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IN" sz="32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IN" sz="32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IN" sz="3200" dirty="0">
                <a:latin typeface="Arial Black" panose="020B0A04020102020204" pitchFamily="34" charset="0"/>
              </a:rPr>
              <a:t>Select students whose Course is BCA</a:t>
            </a:r>
          </a:p>
          <a:p>
            <a:pPr marL="0" indent="0">
              <a:buNone/>
            </a:pPr>
            <a:r>
              <a:rPr lang="en-IN" sz="3200" dirty="0">
                <a:latin typeface="Arial Black" panose="020B0A04020102020204" pitchFamily="34" charset="0"/>
              </a:rPr>
              <a:t>              </a:t>
            </a:r>
            <a:r>
              <a:rPr lang="el-GR" sz="3600" dirty="0"/>
              <a:t>σ</a:t>
            </a:r>
            <a:r>
              <a:rPr lang="en-IN" sz="3200" dirty="0"/>
              <a:t>course =‘BCA’​(Student)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225506-AE04-A2EB-0374-A3866C0B2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349465"/>
              </p:ext>
            </p:extLst>
          </p:nvPr>
        </p:nvGraphicFramePr>
        <p:xfrm>
          <a:off x="4230353" y="1477109"/>
          <a:ext cx="6471140" cy="326571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17785">
                  <a:extLst>
                    <a:ext uri="{9D8B030D-6E8A-4147-A177-3AD203B41FA5}">
                      <a16:colId xmlns:a16="http://schemas.microsoft.com/office/drawing/2014/main" val="810668423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1315456329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1384790402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1132030339"/>
                    </a:ext>
                  </a:extLst>
                </a:gridCol>
              </a:tblGrid>
              <a:tr h="843085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2000" dirty="0"/>
                        <a:t>  Roll no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    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      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23258"/>
                  </a:ext>
                </a:extLst>
              </a:tr>
              <a:tr h="621893"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sz="2000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Asha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      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BCA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236773"/>
                  </a:ext>
                </a:extLst>
              </a:tr>
              <a:tr h="621893">
                <a:tc>
                  <a:txBody>
                    <a:bodyPr/>
                    <a:lstStyle/>
                    <a:p>
                      <a:r>
                        <a:rPr lang="en-US" dirty="0"/>
                        <a:t>      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Ravi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BBA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263348"/>
                  </a:ext>
                </a:extLst>
              </a:tr>
              <a:tr h="621893">
                <a:tc>
                  <a:txBody>
                    <a:bodyPr/>
                    <a:lstStyle/>
                    <a:p>
                      <a:r>
                        <a:rPr lang="en-US" dirty="0"/>
                        <a:t>       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Neha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BCA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68357"/>
                  </a:ext>
                </a:extLst>
              </a:tr>
              <a:tr h="556950">
                <a:tc>
                  <a:txBody>
                    <a:bodyPr/>
                    <a:lstStyle/>
                    <a:p>
                      <a:r>
                        <a:rPr lang="en-US" dirty="0"/>
                        <a:t>        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Aman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BCom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027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877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62C9-7BD3-8102-D8A0-A8A6542D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78" y="307456"/>
            <a:ext cx="11615894" cy="646010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Result :</a:t>
            </a:r>
          </a:p>
          <a:p>
            <a:pPr marL="0" indent="0" algn="just">
              <a:buNone/>
            </a:pPr>
            <a:endParaRPr lang="en-US" sz="4000" dirty="0">
              <a:solidFill>
                <a:schemeClr val="bg2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  <a:p>
            <a:pPr marL="0" indent="0" algn="just">
              <a:buNone/>
            </a:pPr>
            <a:endParaRPr lang="en-US" sz="4000" dirty="0">
              <a:solidFill>
                <a:schemeClr val="bg2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  Types of Conditions used in Selection operation:</a:t>
            </a:r>
          </a:p>
          <a:p>
            <a:pPr marL="0" indent="0" algn="just">
              <a:buNone/>
            </a:pPr>
            <a:r>
              <a:rPr lang="en-US" sz="3900" dirty="0">
                <a:solidFill>
                  <a:schemeClr val="tx1">
                    <a:lumMod val="95000"/>
                  </a:schemeClr>
                </a:solidFill>
                <a:latin typeface="Book Antiqua" panose="02040602050305030304" pitchFamily="18" charset="0"/>
              </a:rPr>
              <a:t>Selection uses comparison operators and logical operators .</a:t>
            </a:r>
            <a:r>
              <a:rPr lang="en-US" sz="39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  </a:t>
            </a:r>
          </a:p>
          <a:p>
            <a:endParaRPr lang="en-US" sz="3200" dirty="0">
              <a:solidFill>
                <a:schemeClr val="bg2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3600" dirty="0">
              <a:solidFill>
                <a:srgbClr val="FFFFFF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FFFFFF"/>
              </a:solidFill>
              <a:latin typeface="Arial Black" panose="020B0A04020102020204" pitchFamily="34" charset="0"/>
            </a:endParaRPr>
          </a:p>
          <a:p>
            <a:pPr marL="0" indent="0" algn="just">
              <a:buNone/>
            </a:pPr>
            <a:endParaRPr lang="en-US" sz="4000" dirty="0">
              <a:solidFill>
                <a:schemeClr val="bg2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5B67EA-93FD-285D-EF28-DE42B4ED1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159972"/>
              </p:ext>
            </p:extLst>
          </p:nvPr>
        </p:nvGraphicFramePr>
        <p:xfrm>
          <a:off x="3225519" y="381837"/>
          <a:ext cx="7285056" cy="19895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21264">
                  <a:extLst>
                    <a:ext uri="{9D8B030D-6E8A-4147-A177-3AD203B41FA5}">
                      <a16:colId xmlns:a16="http://schemas.microsoft.com/office/drawing/2014/main" val="2542547202"/>
                    </a:ext>
                  </a:extLst>
                </a:gridCol>
                <a:gridCol w="1821264">
                  <a:extLst>
                    <a:ext uri="{9D8B030D-6E8A-4147-A177-3AD203B41FA5}">
                      <a16:colId xmlns:a16="http://schemas.microsoft.com/office/drawing/2014/main" val="3915333550"/>
                    </a:ext>
                  </a:extLst>
                </a:gridCol>
                <a:gridCol w="1821264">
                  <a:extLst>
                    <a:ext uri="{9D8B030D-6E8A-4147-A177-3AD203B41FA5}">
                      <a16:colId xmlns:a16="http://schemas.microsoft.com/office/drawing/2014/main" val="1107985182"/>
                    </a:ext>
                  </a:extLst>
                </a:gridCol>
                <a:gridCol w="1821264">
                  <a:extLst>
                    <a:ext uri="{9D8B030D-6E8A-4147-A177-3AD203B41FA5}">
                      <a16:colId xmlns:a16="http://schemas.microsoft.com/office/drawing/2014/main" val="1430465481"/>
                    </a:ext>
                  </a:extLst>
                </a:gridCol>
              </a:tblGrid>
              <a:tr h="659765">
                <a:tc>
                  <a:txBody>
                    <a:bodyPr/>
                    <a:lstStyle/>
                    <a:p>
                      <a:r>
                        <a:rPr lang="en-US" dirty="0"/>
                        <a:t>  Roll no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Course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183724"/>
                  </a:ext>
                </a:extLst>
              </a:tr>
              <a:tr h="664904">
                <a:tc>
                  <a:txBody>
                    <a:bodyPr/>
                    <a:lstStyle/>
                    <a:p>
                      <a:r>
                        <a:rPr lang="en-US" dirty="0"/>
                        <a:t>      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Asha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BCA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685649"/>
                  </a:ext>
                </a:extLst>
              </a:tr>
              <a:tr h="664904">
                <a:tc>
                  <a:txBody>
                    <a:bodyPr/>
                    <a:lstStyle/>
                    <a:p>
                      <a:r>
                        <a:rPr lang="en-US" dirty="0"/>
                        <a:t>       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Neha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BCA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06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673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A739D2F4-6A72-6CD6-081F-71A36F9CD8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993059"/>
              </p:ext>
            </p:extLst>
          </p:nvPr>
        </p:nvGraphicFramePr>
        <p:xfrm>
          <a:off x="1316334" y="1007765"/>
          <a:ext cx="10279464" cy="5111683"/>
        </p:xfrm>
        <a:graphic>
          <a:graphicData uri="http://schemas.openxmlformats.org/drawingml/2006/table">
            <a:tbl>
              <a:tblPr/>
              <a:tblGrid>
                <a:gridCol w="2358276">
                  <a:extLst>
                    <a:ext uri="{9D8B030D-6E8A-4147-A177-3AD203B41FA5}">
                      <a16:colId xmlns:a16="http://schemas.microsoft.com/office/drawing/2014/main" val="3714557094"/>
                    </a:ext>
                  </a:extLst>
                </a:gridCol>
                <a:gridCol w="1887063">
                  <a:extLst>
                    <a:ext uri="{9D8B030D-6E8A-4147-A177-3AD203B41FA5}">
                      <a16:colId xmlns:a16="http://schemas.microsoft.com/office/drawing/2014/main" val="3809551233"/>
                    </a:ext>
                  </a:extLst>
                </a:gridCol>
                <a:gridCol w="6034125">
                  <a:extLst>
                    <a:ext uri="{9D8B030D-6E8A-4147-A177-3AD203B41FA5}">
                      <a16:colId xmlns:a16="http://schemas.microsoft.com/office/drawing/2014/main" val="626411379"/>
                    </a:ext>
                  </a:extLst>
                </a:gridCol>
              </a:tblGrid>
              <a:tr h="499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242662"/>
                  </a:ext>
                </a:extLst>
              </a:tr>
              <a:tr h="6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dirty="0"/>
                        <a:t>σ_{</a:t>
                      </a:r>
                      <a:r>
                        <a:rPr lang="en-IN" sz="2000" dirty="0"/>
                        <a:t>Age = 20}(Student)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18500"/>
                  </a:ext>
                </a:extLst>
              </a:tr>
              <a:tr h="6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Not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dirty="0"/>
                        <a:t>σ_{</a:t>
                      </a:r>
                      <a:r>
                        <a:rPr lang="en-IN" sz="2000" dirty="0"/>
                        <a:t>Dept ≠ 'IT'}(Employee)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693702"/>
                  </a:ext>
                </a:extLst>
              </a:tr>
              <a:tr h="6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Greater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dirty="0"/>
                        <a:t>σ_{</a:t>
                      </a:r>
                      <a:r>
                        <a:rPr lang="en-IN" sz="2000" dirty="0"/>
                        <a:t>Salary &gt; 50000}(Employee)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5806"/>
                  </a:ext>
                </a:extLst>
              </a:tr>
              <a:tr h="6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Less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dirty="0"/>
                        <a:t>σ_{</a:t>
                      </a:r>
                      <a:r>
                        <a:rPr lang="en-IN" sz="2000" dirty="0"/>
                        <a:t>Marks &lt; 40}(Student)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712743"/>
                  </a:ext>
                </a:extLst>
              </a:tr>
              <a:tr h="908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Greater than or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dirty="0"/>
                        <a:t>σ_{</a:t>
                      </a:r>
                      <a:r>
                        <a:rPr lang="en-IN" sz="2000" dirty="0"/>
                        <a:t>Age ≥ 18}(Student)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361041"/>
                  </a:ext>
                </a:extLst>
              </a:tr>
              <a:tr h="908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Less than or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dirty="0"/>
                        <a:t>σ_{</a:t>
                      </a:r>
                      <a:r>
                        <a:rPr lang="en-IN" sz="2000" dirty="0"/>
                        <a:t>Marks ≤ 90}(Student)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22193"/>
                  </a:ext>
                </a:extLst>
              </a:tr>
            </a:tbl>
          </a:graphicData>
        </a:graphic>
      </p:graphicFrame>
      <p:sp>
        <p:nvSpPr>
          <p:cNvPr id="19" name="Rectangle 10">
            <a:extLst>
              <a:ext uri="{FF2B5EF4-FFF2-40B4-BE49-F238E27FC236}">
                <a16:creationId xmlns:a16="http://schemas.microsoft.com/office/drawing/2014/main" id="{0EDF6FAB-80A8-88C2-D703-5D5A58FA9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99" y="84434"/>
            <a:ext cx="91942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chemeClr val="bg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Comparison (Relational) Operators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517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EFD18D2-E6BE-04C3-EFAE-F64E8E27EB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2031" y="56248"/>
                <a:ext cx="11435024" cy="6696243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 algn="ctr">
                  <a:buNone/>
                </a:pPr>
                <a:r>
                  <a:rPr lang="en-IN" sz="8000" b="1" u="sng" dirty="0"/>
                  <a:t>2️⃣ </a:t>
                </a:r>
                <a:r>
                  <a:rPr lang="en-IN" sz="8000" b="1" u="sng" dirty="0">
                    <a:solidFill>
                      <a:schemeClr val="bg2">
                        <a:lumMod val="40000"/>
                        <a:lumOff val="60000"/>
                      </a:schemeClr>
                    </a:solidFill>
                  </a:rPr>
                  <a:t>Logical Operators</a:t>
                </a:r>
              </a:p>
              <a:p>
                <a:r>
                  <a:rPr lang="en-IN" sz="4500" dirty="0"/>
                  <a:t>Used to combine multiple conditions.</a:t>
                </a:r>
              </a:p>
              <a:p>
                <a:r>
                  <a:rPr lang="en-IN" sz="6700" b="1" dirty="0"/>
                  <a:t>🔹 (a) AND ( ∧ )</a:t>
                </a:r>
              </a:p>
              <a:p>
                <a:r>
                  <a:rPr lang="en-IN" sz="4500" dirty="0"/>
                  <a:t>Both conditions must be true.</a:t>
                </a:r>
              </a:p>
              <a:p>
                <a:r>
                  <a:rPr lang="en-IN" sz="4500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80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8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sz="8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𝐴𝑔𝑒</m:t>
                          </m:r>
                          <m:r>
                            <a:rPr lang="ar-AE" sz="8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ar-AE" sz="8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m:rPr>
                              <m:nor/>
                            </m:rPr>
                            <a:rPr lang="ar-AE" sz="8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  </m:t>
                          </m:r>
                          <m:r>
                            <a:rPr lang="ar-AE" sz="8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nor/>
                            </m:rPr>
                            <a:rPr lang="ar-AE" sz="8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  </m:t>
                          </m:r>
                          <m:r>
                            <a:rPr lang="ar-AE" sz="8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𝐷𝑒𝑝𝑡</m:t>
                          </m:r>
                          <m:sSup>
                            <m:sSupPr>
                              <m:ctrlPr>
                                <a:rPr lang="ar-AE" sz="800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800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sup>
                              <m:r>
                                <a:rPr lang="ar-AE" sz="800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 sz="8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ar-AE" sz="800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800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ar-AE" sz="800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ar-AE" sz="8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8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𝑆𝑡𝑢𝑑𝑒𝑛𝑡</m:t>
                          </m:r>
                        </m:e>
                      </m:d>
                    </m:oMath>
                  </m:oMathPara>
                </a14:m>
                <a:endParaRPr lang="ar-AE" sz="8000" b="0" dirty="0"/>
              </a:p>
              <a:p>
                <a:r>
                  <a:rPr lang="en-IN" sz="4500" dirty="0"/>
                  <a:t>👉 Select students whose age is greater than 18 </a:t>
                </a:r>
                <a:r>
                  <a:rPr lang="en-IN" sz="4500" b="1" dirty="0"/>
                  <a:t>and</a:t>
                </a:r>
                <a:r>
                  <a:rPr lang="en-IN" sz="4500" dirty="0"/>
                  <a:t> department is CS.</a:t>
                </a:r>
              </a:p>
              <a:p>
                <a:r>
                  <a:rPr lang="en-IN" sz="7600" b="1" dirty="0"/>
                  <a:t>🔹 (b) OR ( ∨ )</a:t>
                </a:r>
              </a:p>
              <a:p>
                <a:r>
                  <a:rPr lang="en-IN" sz="4500" dirty="0"/>
                  <a:t>At least one condition must be true.</a:t>
                </a:r>
              </a:p>
              <a:p>
                <a:r>
                  <a:rPr lang="en-IN" sz="4500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80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8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sz="8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𝐷𝑒𝑝𝑡</m:t>
                          </m:r>
                          <m:sSup>
                            <m:sSupPr>
                              <m:ctrlPr>
                                <a:rPr lang="ar-AE" sz="8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80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sup>
                              <m:r>
                                <a:rPr lang="ar-AE" sz="80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 sz="8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sSup>
                            <m:sSupPr>
                              <m:ctrlPr>
                                <a:rPr lang="ar-AE" sz="8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8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ar-AE" sz="80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ar-AE" sz="8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m:t>  </m:t>
                          </m:r>
                          <m:r>
                            <a:rPr lang="ar-AE" sz="80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m:rPr>
                              <m:nor/>
                            </m:rPr>
                            <a:rPr lang="ar-AE" sz="8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m:t>  </m:t>
                          </m:r>
                          <m:r>
                            <a:rPr lang="ar-AE" sz="8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𝐷𝑒𝑝𝑡</m:t>
                          </m:r>
                          <m:sSup>
                            <m:sSupPr>
                              <m:ctrlPr>
                                <a:rPr lang="ar-AE" sz="8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80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sup>
                              <m:r>
                                <a:rPr lang="ar-AE" sz="80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 sz="8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ar-AE" sz="8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8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ar-AE" sz="80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ar-AE" sz="8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8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𝑆𝑡𝑢𝑑𝑒𝑛𝑡</m:t>
                          </m:r>
                        </m:e>
                      </m:d>
                    </m:oMath>
                  </m:oMathPara>
                </a14:m>
                <a:endParaRPr lang="ar-AE" sz="8000" b="0" dirty="0"/>
              </a:p>
              <a:p>
                <a:r>
                  <a:rPr lang="en-IN" sz="4500" dirty="0"/>
                  <a:t>👉 Select students from IT </a:t>
                </a:r>
                <a:r>
                  <a:rPr lang="en-IN" sz="4500" b="1" dirty="0"/>
                  <a:t>or</a:t>
                </a:r>
                <a:r>
                  <a:rPr lang="en-IN" sz="4500" dirty="0"/>
                  <a:t> CS department</a:t>
                </a:r>
                <a:r>
                  <a:rPr lang="en-IN" sz="3500" dirty="0"/>
                  <a:t>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EFD18D2-E6BE-04C3-EFAE-F64E8E27EB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2031" y="56248"/>
                <a:ext cx="11435024" cy="6696243"/>
              </a:xfrm>
              <a:blipFill>
                <a:blip r:embed="rId3"/>
                <a:stretch>
                  <a:fillRect l="-1599" t="-1729" b="-13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88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FFE15-4CAA-4213-7AD7-837FCA2DF6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112" y="-100483"/>
                <a:ext cx="11857055" cy="7154426"/>
              </a:xfrm>
            </p:spPr>
            <p:txBody>
              <a:bodyPr>
                <a:noAutofit/>
              </a:bodyPr>
              <a:lstStyle/>
              <a:p>
                <a:r>
                  <a:rPr lang="en-IN" sz="3200" b="1" dirty="0"/>
                  <a:t>(c) NOT ( ¬ )</a:t>
                </a:r>
                <a:endParaRPr lang="en-IN" sz="3200" dirty="0"/>
              </a:p>
              <a:p>
                <a:r>
                  <a:rPr lang="en-IN" sz="2400" dirty="0"/>
                  <a:t>Used to negate a condition.</a:t>
                </a:r>
              </a:p>
              <a:p>
                <a:r>
                  <a:rPr lang="en-IN" sz="2400" dirty="0"/>
                  <a:t>Example: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sz="32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d>
                          <m:dPr>
                            <m:ctrlPr>
                              <a:rPr lang="ar-AE" sz="3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3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𝐷𝑒𝑝𝑡</m:t>
                            </m:r>
                            <m:sSup>
                              <m:sSupPr>
                                <m:ctrlPr>
                                  <a:rPr lang="ar-AE" sz="32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32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e>
                              <m:sup>
                                <m:r>
                                  <a:rPr lang="ar-AE" sz="32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ar-AE" sz="3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sSup>
                              <m:sSupPr>
                                <m:ctrlPr>
                                  <a:rPr lang="ar-AE" sz="32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32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ar-AE" sz="32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</m:sSub>
                    <m:d>
                      <m:dPr>
                        <m:ctrlPr>
                          <a:rPr lang="ar-AE" sz="3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𝐸𝑚𝑝𝑙𝑜𝑦𝑒𝑒</m:t>
                        </m:r>
                      </m:e>
                    </m:d>
                  </m:oMath>
                </a14:m>
                <a:endParaRPr lang="ar-AE" sz="3200" dirty="0"/>
              </a:p>
              <a:p>
                <a:r>
                  <a:rPr lang="en-IN" sz="2400" dirty="0"/>
                  <a:t>👉 Select employees who are </a:t>
                </a:r>
                <a:r>
                  <a:rPr lang="en-IN" sz="2400" b="1" dirty="0"/>
                  <a:t>not</a:t>
                </a:r>
                <a:r>
                  <a:rPr lang="en-IN" sz="2400" dirty="0"/>
                  <a:t> in IT department.</a:t>
                </a:r>
              </a:p>
              <a:p>
                <a:endParaRPr lang="en-IN" sz="18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FFE15-4CAA-4213-7AD7-837FCA2DF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112" y="-100483"/>
                <a:ext cx="11857055" cy="7154426"/>
              </a:xfrm>
              <a:blipFill>
                <a:blip r:embed="rId2"/>
                <a:stretch>
                  <a:fillRect l="-1285" t="-7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E2B48E-446E-3D0F-1F63-C882FC878A70}"/>
                  </a:ext>
                </a:extLst>
              </p:cNvPr>
              <p:cNvSpPr txBox="1"/>
              <p:nvPr/>
            </p:nvSpPr>
            <p:spPr>
              <a:xfrm>
                <a:off x="231112" y="2806001"/>
                <a:ext cx="11857055" cy="3663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sz="3600" b="1" u="sng" dirty="0"/>
                  <a:t>3️⃣ </a:t>
                </a:r>
                <a:r>
                  <a:rPr lang="en-IN" sz="3600" b="1" u="sng" dirty="0">
                    <a:solidFill>
                      <a:schemeClr val="bg2">
                        <a:lumMod val="40000"/>
                        <a:lumOff val="60000"/>
                      </a:schemeClr>
                    </a:solidFill>
                  </a:rPr>
                  <a:t>Combined Conditions</a:t>
                </a:r>
              </a:p>
              <a:p>
                <a:pPr>
                  <a:buNone/>
                </a:pPr>
                <a:r>
                  <a:rPr lang="en-IN" sz="2400" dirty="0"/>
                  <a:t>We can combine comparison and logical operators together.</a:t>
                </a:r>
              </a:p>
              <a:p>
                <a:pPr>
                  <a:buNone/>
                </a:pP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Example</a:t>
                </a:r>
                <a:r>
                  <a:rPr lang="en-IN" sz="3200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d>
                          <m:dPr>
                            <m:ctrlPr>
                              <a:rPr lang="ar-AE" sz="3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32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𝐴𝑔𝑒</m:t>
                            </m:r>
                            <m:r>
                              <a:rPr lang="ar-AE" sz="320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ar-AE" sz="320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m:rPr>
                                <m:nor/>
                              </m:rPr>
                              <a:rPr lang="ar-AE" sz="3200" b="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  </m:t>
                            </m:r>
                            <m:r>
                              <a:rPr lang="ar-AE" sz="3200" b="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m:rPr>
                                <m:nor/>
                              </m:rPr>
                              <a:rPr lang="ar-AE" sz="3200" b="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  </m:t>
                            </m:r>
                            <m:r>
                              <a:rPr lang="ar-AE" sz="3200" b="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𝑀𝑎𝑟𝑘𝑠</m:t>
                            </m:r>
                            <m:r>
                              <a:rPr lang="ar-AE" sz="3200" b="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ar-AE" sz="3200" b="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ar-AE" sz="3200" b="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  </m:t>
                        </m:r>
                        <m:r>
                          <a:rPr lang="ar-AE" sz="3200" b="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m:rPr>
                            <m:nor/>
                          </m:rPr>
                          <a:rPr lang="ar-AE" sz="3200" b="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  </m:t>
                        </m:r>
                        <m:r>
                          <a:rPr lang="ar-AE" sz="3200" b="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𝐷𝑒𝑝𝑡</m:t>
                        </m:r>
                        <m:sSup>
                          <m:sSupPr>
                            <m:ctrlPr>
                              <a:rPr lang="ar-AE" sz="3200" b="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200" b="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sup>
                            <m:r>
                              <a:rPr lang="ar-AE" sz="3200" b="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ar-AE" sz="3200" b="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ar-AE" sz="3200" b="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200" b="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ar-AE" sz="3200" b="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ar-AE" sz="3200" b="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b="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𝑆𝑡𝑢𝑑𝑒𝑛𝑡</m:t>
                        </m:r>
                      </m:e>
                    </m:d>
                  </m:oMath>
                </a14:m>
                <a:endParaRPr lang="ar-AE" sz="3200" b="0" dirty="0"/>
              </a:p>
              <a:p>
                <a:pPr>
                  <a:buNone/>
                </a:pP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👉 Select students :     </a:t>
                </a:r>
                <a:r>
                  <a:rPr lang="en-IN" sz="2800" dirty="0"/>
                  <a:t>Age &gt; 20 and Marks &gt; 60</a:t>
                </a:r>
                <a:br>
                  <a:rPr lang="en-IN" sz="2800" dirty="0"/>
                </a:br>
                <a:r>
                  <a:rPr lang="en-IN" sz="2800" dirty="0"/>
                  <a:t>                                                  </a:t>
                </a:r>
                <a:r>
                  <a:rPr lang="en-IN" sz="2800" b="1" dirty="0"/>
                  <a:t>OR</a:t>
                </a:r>
                <a:endParaRPr lang="en-IN" sz="2800" dirty="0"/>
              </a:p>
              <a:p>
                <a:pPr lvl="8">
                  <a:buFont typeface="Arial" panose="020B0604020202020204" pitchFamily="34" charset="0"/>
                  <a:buChar char="•"/>
                </a:pPr>
                <a:r>
                  <a:rPr lang="en-IN" sz="3200" dirty="0"/>
                  <a:t>Department is CS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E2B48E-446E-3D0F-1F63-C882FC878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12" y="2806001"/>
                <a:ext cx="11857055" cy="3663119"/>
              </a:xfrm>
              <a:prstGeom prst="rect">
                <a:avLst/>
              </a:prstGeom>
              <a:blipFill>
                <a:blip r:embed="rId3"/>
                <a:stretch>
                  <a:fillRect l="-1080" t="-2496" b="-4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851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4DAC2-6268-5C50-FCD9-86D7F7DD3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1402" y="0"/>
                <a:ext cx="11495314" cy="6963508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3600" dirty="0">
                    <a:solidFill>
                      <a:schemeClr val="tx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Properties of Selection : </a:t>
                </a:r>
              </a:p>
              <a:p>
                <a:pPr marL="0" indent="0">
                  <a:buNone/>
                </a:pPr>
                <a:r>
                  <a:rPr lang="en-US" sz="3600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1. </a:t>
                </a:r>
                <a:r>
                  <a:rPr lang="en-US" sz="3500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Commutative Property </a:t>
                </a:r>
                <a:r>
                  <a:rPr lang="en-US" sz="3600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:</a:t>
                </a:r>
              </a:p>
              <a:p>
                <a:r>
                  <a:rPr lang="en-IN" sz="3200" dirty="0"/>
                  <a:t>Order of selection does not matter.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 b="1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ar-AE" sz="3200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ar-AE" sz="3200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ar-AE" sz="3200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a:rPr lang="ar-AE" sz="32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3200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ar-AE" sz="3200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ar-AE" sz="3200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ar-AE" sz="3200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3200" b="1" dirty="0">
                  <a:latin typeface="Arial Black" panose="020B0A04020102020204" pitchFamily="34" charset="0"/>
                </a:endParaRPr>
              </a:p>
              <a:p>
                <a:pPr marL="0" indent="0">
                  <a:buNone/>
                </a:pPr>
                <a:r>
                  <a:rPr lang="en-IN" sz="3600" b="1" dirty="0">
                    <a:highlight>
                      <a:srgbClr val="FF00FF"/>
                    </a:highlight>
                  </a:rPr>
                  <a:t>2. Associative (Cascading Selection)</a:t>
                </a:r>
              </a:p>
              <a:p>
                <a:r>
                  <a:rPr lang="en-IN" sz="3200" dirty="0"/>
                  <a:t>Multiple selections can be combined: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6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sz="3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3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ar-AE" sz="3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ar-AE" sz="360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3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d>
                      <m:r>
                        <a:rPr lang="ar-AE" sz="3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3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sz="3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3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ar-AE" sz="3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sz="3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3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ar-AE" sz="3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 Black" panose="020B0A04020102020204" pitchFamily="34" charset="0"/>
                </a:endParaRPr>
              </a:p>
              <a:p>
                <a:pPr marL="0" indent="0">
                  <a:buNone/>
                </a:pPr>
                <a:r>
                  <a:rPr lang="en-IN" sz="3600" b="1" dirty="0">
                    <a:highlight>
                      <a:srgbClr val="FF00FF"/>
                    </a:highlight>
                  </a:rPr>
                  <a:t>3. Idempotent Property:</a:t>
                </a:r>
              </a:p>
              <a:p>
                <a:r>
                  <a:rPr lang="en-IN" sz="2800" dirty="0"/>
                  <a:t>Ap</a:t>
                </a:r>
                <a:r>
                  <a:rPr lang="en-IN" sz="3000" dirty="0"/>
                  <a:t>plying same selection twice gives same result: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sz="32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ar-AE" sz="32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2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2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ar-AE" sz="32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32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d>
                      <m:r>
                        <a:rPr lang="ar-AE" sz="3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32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sz="32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ar-AE" sz="32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ar-AE" sz="3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 algn="ctr">
                  <a:buNone/>
                </a:pPr>
                <a:endParaRPr lang="en-IN" sz="36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4DAC2-6268-5C50-FCD9-86D7F7DD3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402" y="0"/>
                <a:ext cx="11495314" cy="6963508"/>
              </a:xfrm>
              <a:blipFill>
                <a:blip r:embed="rId2"/>
                <a:stretch>
                  <a:fillRect l="-1750" t="-12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493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28D49C-972C-97A1-15B2-7BAB5400CE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714437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IN" sz="4800" b="1" u="sng" dirty="0">
                    <a:highlight>
                      <a:srgbClr val="008080"/>
                    </a:highlight>
                    <a:latin typeface="Arial Black" panose="020B0A04020102020204" pitchFamily="34" charset="0"/>
                  </a:rPr>
                  <a:t>Projection (</a:t>
                </a:r>
                <a:r>
                  <a:rPr lang="el-GR" sz="4800" b="1" u="sng" dirty="0">
                    <a:highlight>
                      <a:srgbClr val="008080"/>
                    </a:highlight>
                    <a:latin typeface="Arial Black" panose="020B0A04020102020204" pitchFamily="34" charset="0"/>
                  </a:rPr>
                  <a:t>π) </a:t>
                </a:r>
                <a:r>
                  <a:rPr lang="en-IN" sz="4800" b="1" u="sng" dirty="0">
                    <a:highlight>
                      <a:srgbClr val="008080"/>
                    </a:highlight>
                    <a:latin typeface="Arial Black" panose="020B0A04020102020204" pitchFamily="34" charset="0"/>
                  </a:rPr>
                  <a:t>Operation:</a:t>
                </a:r>
                <a:endParaRPr lang="en-IN" sz="3200" b="1" dirty="0">
                  <a:solidFill>
                    <a:schemeClr val="bg2">
                      <a:lumMod val="40000"/>
                      <a:lumOff val="6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IN" sz="1050" b="1" dirty="0">
                  <a:solidFill>
                    <a:schemeClr val="bg2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IN" sz="3200" b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</a:rPr>
                  <a:t>Definition : </a:t>
                </a:r>
                <a:r>
                  <a:rPr lang="en-IN" sz="2800" b="1" dirty="0"/>
                  <a:t>Projection (</a:t>
                </a:r>
                <a:r>
                  <a:rPr lang="el-GR" sz="2800" b="1" dirty="0"/>
                  <a:t>π)</a:t>
                </a:r>
                <a:r>
                  <a:rPr lang="el-GR" sz="2800" dirty="0"/>
                  <a:t> </a:t>
                </a:r>
                <a:r>
                  <a:rPr lang="en-IN" sz="2800" dirty="0"/>
                  <a:t>is a </a:t>
                </a:r>
                <a:r>
                  <a:rPr lang="en-IN" sz="2800" b="1" dirty="0"/>
                  <a:t>unary operation</a:t>
                </a:r>
                <a:r>
                  <a:rPr lang="en-IN" sz="2800" dirty="0"/>
                  <a:t> in relational algebra that selects specific attributes (columns) from a relation and eliminates the remaining attributes.</a:t>
                </a:r>
              </a:p>
              <a:p>
                <a:r>
                  <a:rPr lang="en-IN" sz="3600" b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</a:rPr>
                  <a:t> Notation: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sz="4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4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48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4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48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48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4800">
                            <a:latin typeface="Cambria Math" panose="02040503050406030204" pitchFamily="18" charset="0"/>
                          </a:rPr>
                          <m:t>,...</m:t>
                        </m:r>
                      </m:sub>
                    </m:sSub>
                    <m:d>
                      <m:dPr>
                        <m:ctrlPr>
                          <a:rPr lang="ar-AE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4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lang="ar-AE" sz="4800" dirty="0"/>
              </a:p>
              <a:p>
                <a:pPr marL="0" indent="0">
                  <a:buNone/>
                </a:pPr>
                <a:r>
                  <a:rPr lang="en-US" sz="2800" dirty="0"/>
                  <a:t>Where:         </a:t>
                </a:r>
                <a:r>
                  <a:rPr lang="en-US" sz="2800" b="1" dirty="0"/>
                  <a:t>π</a:t>
                </a:r>
                <a:r>
                  <a:rPr lang="en-US" sz="2800" dirty="0"/>
                  <a:t> = Projection operator</a:t>
                </a:r>
              </a:p>
              <a:p>
                <a:pPr marL="0" indent="0">
                  <a:buNone/>
                </a:pPr>
                <a:r>
                  <a:rPr lang="en-US" sz="2800" b="1" dirty="0"/>
                  <a:t>                      A1, A2, A3</a:t>
                </a:r>
                <a:r>
                  <a:rPr lang="en-US" sz="2800" dirty="0"/>
                  <a:t> = Required attributes</a:t>
                </a:r>
              </a:p>
              <a:p>
                <a:pPr marL="0" indent="0">
                  <a:buNone/>
                </a:pPr>
                <a:r>
                  <a:rPr lang="en-US" sz="2800" b="1" dirty="0"/>
                  <a:t>                       R</a:t>
                </a:r>
                <a:r>
                  <a:rPr lang="en-US" sz="2800" dirty="0"/>
                  <a:t> = Relation (table)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28D49C-972C-97A1-15B2-7BAB5400C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7144378"/>
              </a:xfrm>
              <a:blipFill>
                <a:blip r:embed="rId2"/>
                <a:stretch>
                  <a:fillRect l="-1500" t="-1024" r="-7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229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A184163-ADB5-AF29-F67D-59E74C9C6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75" y="223382"/>
            <a:ext cx="11155799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US" altLang="en-US" sz="3600" b="1" dirty="0">
                <a:latin typeface="Arial" panose="020B0604020202020204" pitchFamily="34" charset="0"/>
              </a:rPr>
              <a:t>     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Relation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57EE059-36BB-494A-E3DF-C090C03D8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75" y="31861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850DE9-EFF3-B64B-8125-867B48B1E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868066"/>
              </p:ext>
            </p:extLst>
          </p:nvPr>
        </p:nvGraphicFramePr>
        <p:xfrm>
          <a:off x="2662811" y="1045028"/>
          <a:ext cx="7837716" cy="18591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59429">
                  <a:extLst>
                    <a:ext uri="{9D8B030D-6E8A-4147-A177-3AD203B41FA5}">
                      <a16:colId xmlns:a16="http://schemas.microsoft.com/office/drawing/2014/main" val="169720614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2207289423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1472279240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657502956"/>
                    </a:ext>
                  </a:extLst>
                </a:gridCol>
              </a:tblGrid>
              <a:tr h="464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Emp-ID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03423"/>
                  </a:ext>
                </a:extLst>
              </a:tr>
              <a:tr h="464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928976"/>
                  </a:ext>
                </a:extLst>
              </a:tr>
              <a:tr h="464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69896"/>
                  </a:ext>
                </a:extLst>
              </a:tr>
              <a:tr h="464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0794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CA9106-2911-D002-BA59-F64B052197A2}"/>
                  </a:ext>
                </a:extLst>
              </p:cNvPr>
              <p:cNvSpPr txBox="1"/>
              <p:nvPr/>
            </p:nvSpPr>
            <p:spPr>
              <a:xfrm>
                <a:off x="120581" y="3094892"/>
                <a:ext cx="11927394" cy="5163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Operation:</a:t>
                </a:r>
              </a:p>
              <a:p>
                <a:pPr>
                  <a:buNone/>
                </a:pPr>
                <a:r>
                  <a:rPr lang="en-US" sz="4000" dirty="0"/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b="1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ar-AE" sz="4000" b="1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𝑵𝒂𝒎𝒆</m:t>
                        </m:r>
                        <m:r>
                          <a:rPr lang="ar-AE" sz="4000" b="1" i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000" b="1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𝑫𝒆𝒑𝒕</m:t>
                        </m:r>
                      </m:sub>
                    </m:sSub>
                    <m:d>
                      <m:dPr>
                        <m:ctrlPr>
                          <a:rPr lang="ar-AE" sz="4000" b="1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4000" b="1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𝑬𝒎𝒑𝒍𝒐𝒚𝒆𝒆</m:t>
                        </m:r>
                      </m:e>
                    </m:d>
                  </m:oMath>
                </a14:m>
                <a:endParaRPr lang="en-US" sz="4000" b="1" dirty="0"/>
              </a:p>
              <a:p>
                <a:pPr>
                  <a:buNone/>
                </a:pPr>
                <a:endParaRPr lang="en-US" sz="4000" dirty="0"/>
              </a:p>
              <a:p>
                <a:pPr>
                  <a:buNone/>
                </a:pPr>
                <a:r>
                  <a:rPr lang="en-US" sz="4000" dirty="0"/>
                  <a:t>   Result :</a:t>
                </a:r>
              </a:p>
              <a:p>
                <a:pPr>
                  <a:buNone/>
                </a:pPr>
                <a:endParaRPr lang="en-US" sz="3200" dirty="0"/>
              </a:p>
              <a:p>
                <a:pPr>
                  <a:buNone/>
                </a:pPr>
                <a:r>
                  <a:rPr lang="en-US" sz="2800" dirty="0"/>
                  <a:t>   Duplicate (Asha, IT) is removed.</a:t>
                </a:r>
              </a:p>
              <a:p>
                <a:pPr>
                  <a:buNone/>
                </a:pPr>
                <a:endParaRPr lang="en-US" sz="2800" dirty="0"/>
              </a:p>
              <a:p>
                <a:pPr>
                  <a:buNone/>
                </a:pPr>
                <a:endParaRPr lang="en-US" sz="4000" dirty="0"/>
              </a:p>
              <a:p>
                <a:pPr>
                  <a:buNone/>
                </a:pPr>
                <a:endParaRPr lang="ar-AE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CA9106-2911-D002-BA59-F64B05219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1" y="3094892"/>
                <a:ext cx="11927394" cy="5163251"/>
              </a:xfrm>
              <a:prstGeom prst="rect">
                <a:avLst/>
              </a:prstGeom>
              <a:blipFill>
                <a:blip r:embed="rId2"/>
                <a:stretch>
                  <a:fillRect l="-1840" t="-1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B8D0A26-3261-1448-868D-5CC31D81C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672533"/>
              </p:ext>
            </p:extLst>
          </p:nvPr>
        </p:nvGraphicFramePr>
        <p:xfrm>
          <a:off x="3275763" y="4715691"/>
          <a:ext cx="4903595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61131">
                  <a:extLst>
                    <a:ext uri="{9D8B030D-6E8A-4147-A177-3AD203B41FA5}">
                      <a16:colId xmlns:a16="http://schemas.microsoft.com/office/drawing/2014/main" val="3804071959"/>
                    </a:ext>
                  </a:extLst>
                </a:gridCol>
                <a:gridCol w="2442464">
                  <a:extLst>
                    <a:ext uri="{9D8B030D-6E8A-4147-A177-3AD203B41FA5}">
                      <a16:colId xmlns:a16="http://schemas.microsoft.com/office/drawing/2014/main" val="21220677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673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867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561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626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C22364-230C-CA60-2F57-D8C9BE7393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0629" y="120580"/>
                <a:ext cx="11877151" cy="6737420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IN" sz="3600" b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</a:rPr>
                  <a:t>    </a:t>
                </a:r>
                <a:r>
                  <a:rPr lang="en-IN" sz="3600" b="1" u="sng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Arial Black" panose="020B0A04020102020204" pitchFamily="34" charset="0"/>
                  </a:rPr>
                  <a:t>Properties of Projection (</a:t>
                </a:r>
                <a:r>
                  <a:rPr lang="el-GR" sz="3600" b="1" u="sng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Arial Black" panose="020B0A04020102020204" pitchFamily="34" charset="0"/>
                  </a:rPr>
                  <a:t>π)</a:t>
                </a:r>
              </a:p>
              <a:p>
                <a:pPr marL="0" indent="0">
                  <a:buNone/>
                </a:pPr>
                <a:r>
                  <a:rPr lang="el-GR" b="1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1️⃣</a:t>
                </a:r>
                <a:r>
                  <a:rPr lang="en-IN" sz="3200" b="1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Unary Operation </a:t>
                </a:r>
                <a:r>
                  <a:rPr lang="en-IN" sz="3200" b="1" dirty="0">
                    <a:latin typeface="Arial Black" panose="020B0A04020102020204" pitchFamily="34" charset="0"/>
                  </a:rPr>
                  <a:t>: </a:t>
                </a:r>
                <a:r>
                  <a:rPr lang="en-IN" sz="2800" dirty="0"/>
                  <a:t>Works on only one relation.</a:t>
                </a:r>
              </a:p>
              <a:p>
                <a:pPr marL="0" indent="0">
                  <a:buNone/>
                </a:pPr>
                <a:endParaRPr lang="en-IN" sz="2800" dirty="0"/>
              </a:p>
              <a:p>
                <a:pPr marL="0" indent="0">
                  <a:buNone/>
                </a:pPr>
                <a:r>
                  <a:rPr lang="en-IN" sz="3200" b="1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2️⃣ Reduces Degree </a:t>
                </a:r>
                <a:r>
                  <a:rPr lang="en-IN" sz="3200" b="1" dirty="0">
                    <a:latin typeface="Arial Black" panose="020B0A04020102020204" pitchFamily="34" charset="0"/>
                  </a:rPr>
                  <a:t>: </a:t>
                </a:r>
                <a:r>
                  <a:rPr lang="en-IN" sz="2800" dirty="0"/>
                  <a:t>Projection reduces the </a:t>
                </a:r>
                <a:r>
                  <a:rPr lang="en-IN" sz="2800" b="1" dirty="0"/>
                  <a:t>degree (number of attributes)</a:t>
                </a:r>
                <a:r>
                  <a:rPr lang="en-IN" sz="2800" dirty="0"/>
                  <a:t> of a relation.</a:t>
                </a:r>
              </a:p>
              <a:p>
                <a:pPr marL="0" indent="0">
                  <a:buNone/>
                </a:pPr>
                <a:r>
                  <a:rPr lang="en-IN" sz="2800" dirty="0"/>
                  <a:t> 1.  Degree decreases</a:t>
                </a:r>
                <a:br>
                  <a:rPr lang="en-IN" sz="2800" dirty="0"/>
                </a:br>
                <a:r>
                  <a:rPr lang="en-IN" sz="2800" dirty="0"/>
                  <a:t>  2 . Cardinality may decrease (due to duplicate removal)</a:t>
                </a:r>
                <a:br>
                  <a:rPr lang="en-IN" dirty="0"/>
                </a:br>
                <a:endParaRPr lang="en-IN" dirty="0"/>
              </a:p>
              <a:p>
                <a:pPr marL="0" indent="0">
                  <a:buNone/>
                </a:pPr>
                <a:r>
                  <a:rPr lang="en-IN" sz="3200" b="1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3️⃣ Idempotent Property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60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6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ar-AE" sz="36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600" i="1">
                                  <a:solidFill>
                                    <a:schemeClr val="accent3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600" i="1">
                                  <a:solidFill>
                                    <a:schemeClr val="accent3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ar-AE" sz="3600" i="1">
                                  <a:solidFill>
                                    <a:schemeClr val="accent3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3600" i="1">
                                  <a:solidFill>
                                    <a:schemeClr val="accent3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600" i="1">
                                  <a:solidFill>
                                    <a:schemeClr val="accent3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d>
                      <m:r>
                        <a:rPr lang="ar-AE" sz="36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36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6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ar-AE" sz="36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6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ar-AE" sz="3600" dirty="0"/>
              </a:p>
              <a:p>
                <a:r>
                  <a:rPr lang="en-IN" sz="2800" dirty="0"/>
                  <a:t>Applying projection twice gives same result.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C22364-230C-CA60-2F57-D8C9BE739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0629" y="120580"/>
                <a:ext cx="11877151" cy="6737420"/>
              </a:xfrm>
              <a:blipFill>
                <a:blip r:embed="rId2"/>
                <a:stretch>
                  <a:fillRect l="-1385" t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568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88B33-C320-0558-5130-6AB35A384E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1570" y="133140"/>
                <a:ext cx="11375339" cy="659171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sz="3600" b="1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4️⃣ Cascading Property</a:t>
                </a:r>
                <a:r>
                  <a:rPr lang="en-IN" sz="3600" b="1" dirty="0">
                    <a:latin typeface="Arial Black" panose="020B0A04020102020204" pitchFamily="34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d>
                      <m:r>
                        <a:rPr lang="ar-AE" sz="4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ar-AE" sz="40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4000" i="1"/>
                        <m:t>if</m:t>
                      </m:r>
                      <m:r>
                        <m:rPr>
                          <m:nor/>
                        </m:rPr>
                        <a:rPr lang="en-IN" sz="4000" i="1"/>
                        <m:t> </m:t>
                      </m:r>
                      <m:r>
                        <a:rPr lang="en-IN" sz="4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4000">
                          <a:latin typeface="Cambria Math" panose="02040503050406030204" pitchFamily="18" charset="0"/>
                        </a:rPr>
                        <m:t>⊆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IN" sz="4000" dirty="0">
                  <a:highlight>
                    <a:srgbClr val="FF00FF"/>
                  </a:highlight>
                </a:endParaRPr>
              </a:p>
              <a:p>
                <a:pPr marL="0" indent="0">
                  <a:buNone/>
                </a:pPr>
                <a:endParaRPr lang="en-IN" sz="1800" b="1" dirty="0">
                  <a:highlight>
                    <a:srgbClr val="FF00FF"/>
                  </a:highlight>
                  <a:latin typeface="Arial Black" panose="020B0A04020102020204" pitchFamily="34" charset="0"/>
                </a:endParaRPr>
              </a:p>
              <a:p>
                <a:pPr marL="0" indent="0">
                  <a:buNone/>
                </a:pPr>
                <a:r>
                  <a:rPr lang="en-IN" sz="3200" b="1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5️⃣ Not Commutative </a:t>
                </a:r>
                <a:r>
                  <a:rPr lang="en-IN" sz="3200" b="1" dirty="0">
                    <a:latin typeface="Arial Black" panose="020B0A040201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d>
                      <m:r>
                        <a:rPr lang="ar-AE" sz="400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4000" dirty="0"/>
              </a:p>
              <a:p>
                <a:pPr marL="0" indent="0">
                  <a:buNone/>
                </a:pPr>
                <a:r>
                  <a:rPr lang="en-IN" sz="3200" dirty="0"/>
                  <a:t>   Order may change result.</a:t>
                </a:r>
              </a:p>
              <a:p>
                <a:pPr marL="0" indent="0" algn="ctr">
                  <a:buNone/>
                </a:pPr>
                <a:r>
                  <a:rPr lang="en-US" sz="3200" b="1" u="sng" dirty="0">
                    <a:solidFill>
                      <a:schemeClr val="bg2">
                        <a:lumMod val="40000"/>
                        <a:lumOff val="60000"/>
                      </a:schemeClr>
                    </a:solidFill>
                  </a:rPr>
                  <a:t>Purpose of Projection</a:t>
                </a:r>
              </a:p>
              <a:p>
                <a:r>
                  <a:rPr lang="en-US" sz="3200" dirty="0"/>
                  <a:t> To retrieve only required columns</a:t>
                </a:r>
              </a:p>
              <a:p>
                <a:r>
                  <a:rPr lang="en-US" sz="3200" dirty="0"/>
                  <a:t>  </a:t>
                </a:r>
                <a:r>
                  <a:rPr lang="en-IN" sz="3200" dirty="0"/>
                  <a:t>To reduce unnecessary data</a:t>
                </a:r>
                <a:endParaRPr lang="en-US" sz="3200" dirty="0"/>
              </a:p>
              <a:p>
                <a:r>
                  <a:rPr lang="en-US" sz="3200" dirty="0"/>
                  <a:t> To remove duplicate tuples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88B33-C320-0558-5130-6AB35A384E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570" y="133140"/>
                <a:ext cx="11375339" cy="6591719"/>
              </a:xfrm>
              <a:blipFill>
                <a:blip r:embed="rId2"/>
                <a:stretch>
                  <a:fillRect l="-1554" t="-13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591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EC8AE-5A5D-49B1-9BD2-C71474C6F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451" y="442127"/>
            <a:ext cx="11726426" cy="63405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u="sng" dirty="0">
                <a:highlight>
                  <a:srgbClr val="008080"/>
                </a:highlight>
                <a:latin typeface="Arial Black" panose="020B0A04020102020204" pitchFamily="34" charset="0"/>
              </a:rPr>
              <a:t>Rename (</a:t>
            </a:r>
            <a:r>
              <a:rPr lang="el-GR" sz="4400" u="sng" dirty="0">
                <a:highlight>
                  <a:srgbClr val="008080"/>
                </a:highlight>
                <a:latin typeface="Arial Black" panose="020B0A04020102020204" pitchFamily="34" charset="0"/>
              </a:rPr>
              <a:t>ρ) </a:t>
            </a:r>
            <a:r>
              <a:rPr lang="en-IN" sz="4400" u="sng" dirty="0">
                <a:highlight>
                  <a:srgbClr val="008080"/>
                </a:highlight>
                <a:latin typeface="Arial Black" panose="020B0A04020102020204" pitchFamily="34" charset="0"/>
              </a:rPr>
              <a:t>Operation</a:t>
            </a:r>
          </a:p>
          <a:p>
            <a:pPr marL="0" indent="0" algn="ctr">
              <a:buNone/>
            </a:pPr>
            <a:endParaRPr lang="en-US" sz="1200" b="1" u="sng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3200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Definition</a:t>
            </a:r>
            <a:r>
              <a:rPr lang="en-US" sz="32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200" b="1" dirty="0"/>
              <a:t>: Rename (ρ)</a:t>
            </a:r>
            <a:r>
              <a:rPr lang="en-US" sz="3200" dirty="0"/>
              <a:t> is a relational algebra operation used to </a:t>
            </a:r>
            <a:r>
              <a:rPr lang="en-US" sz="3200" b="1" dirty="0"/>
              <a:t>rename a relation or its attributes (columns)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 It is mainly used to:</a:t>
            </a:r>
          </a:p>
          <a:p>
            <a:r>
              <a:rPr lang="en-US" sz="3200" dirty="0"/>
              <a:t> Avoid ambiguity</a:t>
            </a:r>
          </a:p>
          <a:p>
            <a:r>
              <a:rPr lang="en-US" sz="3200" dirty="0"/>
              <a:t> Perform self-join</a:t>
            </a:r>
          </a:p>
          <a:p>
            <a:r>
              <a:rPr lang="en-US" sz="3200" dirty="0"/>
              <a:t> Give meaningful names to intermediate results</a:t>
            </a:r>
            <a:endParaRPr lang="ar-AE" sz="4400" dirty="0"/>
          </a:p>
          <a:p>
            <a:pPr marL="0" indent="0">
              <a:buNone/>
            </a:pPr>
            <a:endParaRPr lang="en-IN" sz="3200" u="sng" dirty="0">
              <a:highlight>
                <a:srgbClr val="008080"/>
              </a:highligh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11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5EEBF-8C9A-0A60-5D5C-FB2B478AC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1596" y="1"/>
                <a:ext cx="11656088" cy="662186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                                                                                       </a:t>
                </a:r>
              </a:p>
              <a:p>
                <a:pPr marL="0" indent="0">
                  <a:buNone/>
                </a:pPr>
                <a:r>
                  <a:rPr lang="en-IN" sz="5100" b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Arial Black" panose="020B0A04020102020204" pitchFamily="34" charset="0"/>
                  </a:rPr>
                  <a:t>Notation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73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73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ar-AE" sz="73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𝑁𝑒𝑤𝑅𝑒𝑙𝑎𝑡𝑖𝑜𝑛𝑁𝑎𝑚𝑒</m:t>
                          </m:r>
                        </m:sub>
                      </m:sSub>
                      <m:d>
                        <m:dPr>
                          <m:ctrlPr>
                            <a:rPr lang="ar-AE" sz="73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73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IN" sz="3200" dirty="0"/>
              </a:p>
              <a:p>
                <a:pPr marL="0" indent="0">
                  <a:buNone/>
                </a:pPr>
                <a:r>
                  <a:rPr lang="en-IN" sz="3200" dirty="0"/>
                  <a:t>                                                    OR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64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6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ar-AE" sz="6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𝑁𝑒𝑤𝑅𝑒𝑙𝑎𝑡𝑖𝑜𝑛𝑁𝑎𝑚𝑒</m:t>
                        </m:r>
                        <m:d>
                          <m:dPr>
                            <m:sepChr m:val=","/>
                            <m:ctrlPr>
                              <a:rPr lang="ar-AE" sz="6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6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ar-AE" sz="640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ar-AE" sz="6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ar-AE" sz="640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640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...</m:t>
                            </m:r>
                            <m:r>
                              <a:rPr lang="ar-AE" sz="6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𝐴𝑛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ar-AE" sz="6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6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lang="en-IN" sz="3200" dirty="0"/>
              </a:p>
              <a:p>
                <a:pPr marL="0" indent="0">
                  <a:buNone/>
                </a:pPr>
                <a:r>
                  <a:rPr lang="en-IN" sz="3200" dirty="0"/>
                  <a:t>Where:      </a:t>
                </a:r>
                <a:r>
                  <a:rPr lang="el-GR" sz="3200" b="1" dirty="0"/>
                  <a:t>ρ (</a:t>
                </a:r>
                <a:r>
                  <a:rPr lang="en-IN" sz="3200" b="1" dirty="0"/>
                  <a:t>rho)</a:t>
                </a:r>
                <a:r>
                  <a:rPr lang="en-IN" sz="3200" dirty="0"/>
                  <a:t> = Rename operator</a:t>
                </a:r>
              </a:p>
              <a:p>
                <a:pPr marL="0" indent="0">
                  <a:buNone/>
                </a:pPr>
                <a:r>
                  <a:rPr lang="en-IN" sz="3200" b="1" dirty="0"/>
                  <a:t>                   R</a:t>
                </a:r>
                <a:r>
                  <a:rPr lang="en-IN" sz="3200" dirty="0"/>
                  <a:t> = Existing relation</a:t>
                </a:r>
              </a:p>
              <a:p>
                <a:pPr marL="0" indent="0">
                  <a:buNone/>
                </a:pPr>
                <a:r>
                  <a:rPr lang="en-IN" sz="3200" b="1" dirty="0"/>
                  <a:t>                  NewRelationName</a:t>
                </a:r>
                <a:r>
                  <a:rPr lang="en-IN" sz="3200" dirty="0"/>
                  <a:t> = New name of relation</a:t>
                </a:r>
              </a:p>
              <a:p>
                <a:pPr marL="0" indent="0">
                  <a:buNone/>
                </a:pPr>
                <a:r>
                  <a:rPr lang="en-IN" sz="3200" b="1" dirty="0"/>
                  <a:t>                  A1, A2, ...</a:t>
                </a:r>
                <a:r>
                  <a:rPr lang="en-IN" sz="3200" dirty="0"/>
                  <a:t> = New attribute names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5EEBF-8C9A-0A60-5D5C-FB2B478AC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1596" y="1"/>
                <a:ext cx="11656088" cy="6621864"/>
              </a:xfrm>
              <a:blipFill>
                <a:blip r:embed="rId2"/>
                <a:stretch>
                  <a:fillRect l="-2458" t="-737" b="-16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37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3FA9F70-48A1-B53E-6CFE-1AF15E2608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088167" cy="685800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3600" b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Arial Black" panose="020B0A04020102020204" pitchFamily="34" charset="0"/>
                  </a:rPr>
                  <a:t>Example </a:t>
                </a:r>
                <a:r>
                  <a:rPr lang="en-IN" sz="3600" b="1" dirty="0">
                    <a:latin typeface="Arial Black" panose="020B0A04020102020204" pitchFamily="34" charset="0"/>
                  </a:rPr>
                  <a:t>:  </a:t>
                </a:r>
                <a:r>
                  <a:rPr lang="en-IN" sz="3200" b="1" dirty="0"/>
                  <a:t>Original Relation: Student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sz="3600" b="1" dirty="0"/>
                  <a:t>Operation: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𝑆𝑡𝑢𝑑</m:t>
                          </m:r>
                          <m:d>
                            <m:dPr>
                              <m:sepChr m:val=","/>
                              <m:ctrlPr>
                                <a:rPr lang="ar-AE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ar-AE" sz="4000" i="1">
                                  <a:latin typeface="Cambria Math" panose="02040503050406030204" pitchFamily="18" charset="0"/>
                                </a:rPr>
                                <m:t>𝑜𝑆𝑛𝑎𝑚𝑒𝑆𝑐𝑜𝑟𝑒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ar-AE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000" i="1">
                              <a:latin typeface="Cambria Math" panose="02040503050406030204" pitchFamily="18" charset="0"/>
                            </a:rPr>
                            <m:t>𝑆𝑡𝑢𝑑𝑒𝑛𝑡</m:t>
                          </m:r>
                        </m:e>
                      </m:d>
                    </m:oMath>
                  </m:oMathPara>
                </a14:m>
                <a:endParaRPr lang="ar-AE" sz="4000" dirty="0"/>
              </a:p>
              <a:p>
                <a:pPr marL="0" indent="0">
                  <a:buNone/>
                </a:pPr>
                <a:r>
                  <a:rPr lang="en-IN" sz="3600" dirty="0">
                    <a:latin typeface="Arial Black" panose="020B0A04020102020204" pitchFamily="34" charset="0"/>
                  </a:rPr>
                  <a:t>  </a:t>
                </a:r>
                <a:r>
                  <a:rPr lang="en-IN" sz="3600" u="sng" dirty="0">
                    <a:latin typeface="Arial Black" panose="020B0A04020102020204" pitchFamily="34" charset="0"/>
                  </a:rPr>
                  <a:t>Result :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3FA9F70-48A1-B53E-6CFE-1AF15E2608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088167" cy="6858001"/>
              </a:xfrm>
              <a:blipFill>
                <a:blip r:embed="rId2"/>
                <a:stretch>
                  <a:fillRect l="-1664" t="-6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A33C1E-08F9-FB91-5BD5-2BBF49030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983507"/>
              </p:ext>
            </p:extLst>
          </p:nvPr>
        </p:nvGraphicFramePr>
        <p:xfrm>
          <a:off x="2773345" y="964642"/>
          <a:ext cx="6451041" cy="14972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50347">
                  <a:extLst>
                    <a:ext uri="{9D8B030D-6E8A-4147-A177-3AD203B41FA5}">
                      <a16:colId xmlns:a16="http://schemas.microsoft.com/office/drawing/2014/main" val="1001018302"/>
                    </a:ext>
                  </a:extLst>
                </a:gridCol>
                <a:gridCol w="2150347">
                  <a:extLst>
                    <a:ext uri="{9D8B030D-6E8A-4147-A177-3AD203B41FA5}">
                      <a16:colId xmlns:a16="http://schemas.microsoft.com/office/drawing/2014/main" val="2418973295"/>
                    </a:ext>
                  </a:extLst>
                </a:gridCol>
                <a:gridCol w="2150347">
                  <a:extLst>
                    <a:ext uri="{9D8B030D-6E8A-4147-A177-3AD203B41FA5}">
                      <a16:colId xmlns:a16="http://schemas.microsoft.com/office/drawing/2014/main" val="1689218964"/>
                    </a:ext>
                  </a:extLst>
                </a:gridCol>
              </a:tblGrid>
              <a:tr h="499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Roll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129271"/>
                  </a:ext>
                </a:extLst>
              </a:tr>
              <a:tr h="499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969483"/>
                  </a:ext>
                </a:extLst>
              </a:tr>
              <a:tr h="499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7030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3CE70B-A4FF-4EF9-E4D9-29CC4562A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77801"/>
              </p:ext>
            </p:extLst>
          </p:nvPr>
        </p:nvGraphicFramePr>
        <p:xfrm>
          <a:off x="3597311" y="4873449"/>
          <a:ext cx="4491615" cy="14972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7205">
                  <a:extLst>
                    <a:ext uri="{9D8B030D-6E8A-4147-A177-3AD203B41FA5}">
                      <a16:colId xmlns:a16="http://schemas.microsoft.com/office/drawing/2014/main" val="1289463751"/>
                    </a:ext>
                  </a:extLst>
                </a:gridCol>
                <a:gridCol w="1497205">
                  <a:extLst>
                    <a:ext uri="{9D8B030D-6E8A-4147-A177-3AD203B41FA5}">
                      <a16:colId xmlns:a16="http://schemas.microsoft.com/office/drawing/2014/main" val="346068470"/>
                    </a:ext>
                  </a:extLst>
                </a:gridCol>
                <a:gridCol w="1497205">
                  <a:extLst>
                    <a:ext uri="{9D8B030D-6E8A-4147-A177-3AD203B41FA5}">
                      <a16:colId xmlns:a16="http://schemas.microsoft.com/office/drawing/2014/main" val="886515725"/>
                    </a:ext>
                  </a:extLst>
                </a:gridCol>
              </a:tblGrid>
              <a:tr h="499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408208"/>
                  </a:ext>
                </a:extLst>
              </a:tr>
              <a:tr h="499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376114"/>
                  </a:ext>
                </a:extLst>
              </a:tr>
              <a:tr h="499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148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377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ED7C3-B00E-0A19-FACB-380EEF235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69" y="-70338"/>
            <a:ext cx="11274251" cy="684292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65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                 </a:t>
            </a:r>
            <a:r>
              <a:rPr lang="en-IN" sz="8400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Properties of Rename (</a:t>
            </a:r>
            <a:r>
              <a:rPr lang="el-GR" sz="8400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ρ)</a:t>
            </a:r>
            <a:endParaRPr lang="el-GR" sz="7300" b="1" u="sng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l-GR" sz="5800" b="1" dirty="0">
                <a:highlight>
                  <a:srgbClr val="FF00FF"/>
                </a:highlight>
              </a:rPr>
              <a:t>1️⃣ </a:t>
            </a:r>
            <a:r>
              <a:rPr lang="en-IN" sz="5800" b="1" dirty="0">
                <a:highlight>
                  <a:srgbClr val="FF00FF"/>
                </a:highlight>
              </a:rPr>
              <a:t>Unary Operation </a:t>
            </a:r>
            <a:r>
              <a:rPr lang="en-IN" sz="6500" b="1" dirty="0"/>
              <a:t>: </a:t>
            </a:r>
            <a:r>
              <a:rPr lang="en-IN" sz="4000" dirty="0"/>
              <a:t>Works on only one relation.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5100" b="1" dirty="0">
                <a:highlight>
                  <a:srgbClr val="FF00FF"/>
                </a:highlight>
              </a:rPr>
              <a:t>2️⃣ Does Not Change Data  </a:t>
            </a:r>
            <a:r>
              <a:rPr lang="en-IN" sz="5100" b="1" dirty="0"/>
              <a:t>: </a:t>
            </a:r>
            <a:r>
              <a:rPr lang="en-IN" sz="4500" dirty="0"/>
              <a:t>Only changes</a:t>
            </a:r>
          </a:p>
          <a:p>
            <a:r>
              <a:rPr lang="en-IN" sz="4000" dirty="0"/>
              <a:t>Relation name</a:t>
            </a:r>
          </a:p>
          <a:p>
            <a:r>
              <a:rPr lang="en-IN" sz="4000" dirty="0"/>
              <a:t>Attribute names</a:t>
            </a:r>
          </a:p>
          <a:p>
            <a:r>
              <a:rPr lang="en-IN" sz="4000" dirty="0"/>
              <a:t>Data remains same.</a:t>
            </a:r>
            <a:endParaRPr lang="en-IN" dirty="0">
              <a:highlight>
                <a:srgbClr val="FF00FF"/>
              </a:highlight>
            </a:endParaRPr>
          </a:p>
          <a:p>
            <a:pPr marL="0" indent="0">
              <a:buNone/>
            </a:pPr>
            <a:r>
              <a:rPr lang="en-IN" sz="5800" b="1" dirty="0">
                <a:highlight>
                  <a:srgbClr val="FF00FF"/>
                </a:highlight>
              </a:rPr>
              <a:t>3️⃣ Degree and Cardinality Remain Same </a:t>
            </a:r>
            <a:r>
              <a:rPr lang="en-IN" sz="5800" b="1" dirty="0"/>
              <a:t>: </a:t>
            </a:r>
            <a:r>
              <a:rPr lang="en-IN" sz="4500" dirty="0"/>
              <a:t>Number of attribute – Same </a:t>
            </a:r>
          </a:p>
          <a:p>
            <a:r>
              <a:rPr lang="en-IN" sz="4500" dirty="0"/>
              <a:t>Number of tuples → Same</a:t>
            </a:r>
            <a:br>
              <a:rPr lang="en-IN" sz="4500" dirty="0"/>
            </a:br>
            <a:endParaRPr lang="ar-AE" sz="4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901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F5FB1-B07C-DE01-6774-652EB4E6B2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773" y="211506"/>
                <a:ext cx="11816861" cy="64349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3600" b="1" dirty="0">
                    <a:highlight>
                      <a:srgbClr val="FF00FF"/>
                    </a:highlight>
                    <a:latin typeface="Arial Black" panose="020B0A04020102020204" pitchFamily="34" charset="0"/>
                  </a:rPr>
                  <a:t>4️⃣ Essential for Self-Join </a:t>
                </a:r>
                <a:r>
                  <a:rPr lang="en-IN" sz="3600" b="1" dirty="0">
                    <a:latin typeface="Arial Black" panose="020B0A04020102020204" pitchFamily="34" charset="0"/>
                  </a:rPr>
                  <a:t>:</a:t>
                </a:r>
              </a:p>
              <a:p>
                <a:r>
                  <a:rPr lang="en-IN" sz="3200" dirty="0"/>
                  <a:t>When joining a table with itself, rename is necessary.</a:t>
                </a:r>
              </a:p>
              <a:p>
                <a:r>
                  <a:rPr lang="en-IN" sz="3200" dirty="0"/>
                  <a:t>Example: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ar-AE" sz="3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𝐸𝑚𝑝𝑙𝑜𝑦𝑒𝑒</m:t>
                        </m:r>
                      </m:e>
                    </m:d>
                    <m:r>
                      <a:rPr lang="ar-AE" sz="3200">
                        <a:latin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ar-AE" sz="3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𝐸𝑚𝑝𝑙𝑜𝑦𝑒𝑒</m:t>
                        </m:r>
                      </m:e>
                    </m:d>
                  </m:oMath>
                </a14:m>
                <a:endParaRPr lang="ar-AE" sz="32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F5FB1-B07C-DE01-6774-652EB4E6B2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773" y="211506"/>
                <a:ext cx="11816861" cy="6434988"/>
              </a:xfrm>
              <a:blipFill>
                <a:blip r:embed="rId2"/>
                <a:stretch>
                  <a:fillRect l="-1650" t="-9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40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87740-8B0A-CC69-2BCE-566CC9FB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76" y="337602"/>
            <a:ext cx="11304395" cy="652039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5290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612</TotalTime>
  <Words>1162</Words>
  <Application>Microsoft Office PowerPoint</Application>
  <PresentationFormat>Widescreen</PresentationFormat>
  <Paragraphs>281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Aptos</vt:lpstr>
      <vt:lpstr>Arial</vt:lpstr>
      <vt:lpstr>Arial Black</vt:lpstr>
      <vt:lpstr>Arial Rounded MT Bold</vt:lpstr>
      <vt:lpstr>Bahnschrift SemiBold SemiConden</vt:lpstr>
      <vt:lpstr>Berlin Sans FB Demi</vt:lpstr>
      <vt:lpstr>Book Antiqua</vt:lpstr>
      <vt:lpstr>Bookman Old Style</vt:lpstr>
      <vt:lpstr>Cambria Math</vt:lpstr>
      <vt:lpstr>Rockwell</vt:lpstr>
      <vt:lpstr>Wingdings</vt:lpstr>
      <vt:lpstr>Damask</vt:lpstr>
      <vt:lpstr> Minerva   college      of                             education   INDORA   </vt:lpstr>
      <vt:lpstr>            Content :- </vt:lpstr>
      <vt:lpstr>Introduction</vt:lpstr>
      <vt:lpstr>Basics operations of relational algebra </vt:lpstr>
      <vt:lpstr>Operations :-</vt:lpstr>
      <vt:lpstr>PowerPoint Presentation</vt:lpstr>
      <vt:lpstr>Unary operations</vt:lpstr>
      <vt:lpstr>SELECTION OPERATION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koundal</dc:creator>
  <cp:lastModifiedBy>Ankita koundal</cp:lastModifiedBy>
  <cp:revision>1</cp:revision>
  <dcterms:created xsi:type="dcterms:W3CDTF">2026-02-19T14:30:24Z</dcterms:created>
  <dcterms:modified xsi:type="dcterms:W3CDTF">2026-02-21T06:50:56Z</dcterms:modified>
</cp:coreProperties>
</file>